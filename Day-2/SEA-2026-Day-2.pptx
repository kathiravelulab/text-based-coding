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 id="2147483681" r:id="rId2"/>
  </p:sldMasterIdLst>
  <p:notesMasterIdLst>
    <p:notesMasterId r:id="rId75"/>
  </p:notesMasterIdLst>
  <p:handoutMasterIdLst>
    <p:handoutMasterId r:id="rId76"/>
  </p:handoutMasterIdLst>
  <p:sldIdLst>
    <p:sldId id="1460" r:id="rId3"/>
    <p:sldId id="1461" r:id="rId4"/>
    <p:sldId id="1462" r:id="rId5"/>
    <p:sldId id="1463" r:id="rId6"/>
    <p:sldId id="1593" r:id="rId7"/>
    <p:sldId id="1594" r:id="rId8"/>
    <p:sldId id="1500" r:id="rId9"/>
    <p:sldId id="1527" r:id="rId10"/>
    <p:sldId id="1528" r:id="rId11"/>
    <p:sldId id="1561" r:id="rId12"/>
    <p:sldId id="256" r:id="rId13"/>
    <p:sldId id="1562" r:id="rId14"/>
    <p:sldId id="1563" r:id="rId15"/>
    <p:sldId id="1564" r:id="rId16"/>
    <p:sldId id="268" r:id="rId17"/>
    <p:sldId id="1565" r:id="rId18"/>
    <p:sldId id="1566" r:id="rId19"/>
    <p:sldId id="1567" r:id="rId20"/>
    <p:sldId id="1568" r:id="rId21"/>
    <p:sldId id="1569" r:id="rId22"/>
    <p:sldId id="270" r:id="rId23"/>
    <p:sldId id="1570" r:id="rId24"/>
    <p:sldId id="1571" r:id="rId25"/>
    <p:sldId id="1547" r:id="rId26"/>
    <p:sldId id="1548" r:id="rId27"/>
    <p:sldId id="1549" r:id="rId28"/>
    <p:sldId id="1550" r:id="rId29"/>
    <p:sldId id="1551" r:id="rId30"/>
    <p:sldId id="1552" r:id="rId31"/>
    <p:sldId id="1553" r:id="rId32"/>
    <p:sldId id="1554" r:id="rId33"/>
    <p:sldId id="1555" r:id="rId34"/>
    <p:sldId id="1556" r:id="rId35"/>
    <p:sldId id="1557" r:id="rId36"/>
    <p:sldId id="1558" r:id="rId37"/>
    <p:sldId id="1559" r:id="rId38"/>
    <p:sldId id="1560" r:id="rId39"/>
    <p:sldId id="1572" r:id="rId40"/>
    <p:sldId id="1573" r:id="rId41"/>
    <p:sldId id="1574" r:id="rId42"/>
    <p:sldId id="274" r:id="rId43"/>
    <p:sldId id="1575" r:id="rId44"/>
    <p:sldId id="276" r:id="rId45"/>
    <p:sldId id="1576" r:id="rId46"/>
    <p:sldId id="1501" r:id="rId47"/>
    <p:sldId id="1502" r:id="rId48"/>
    <p:sldId id="1503" r:id="rId49"/>
    <p:sldId id="271" r:id="rId50"/>
    <p:sldId id="272" r:id="rId51"/>
    <p:sldId id="273" r:id="rId52"/>
    <p:sldId id="1504" r:id="rId53"/>
    <p:sldId id="1505" r:id="rId54"/>
    <p:sldId id="1506" r:id="rId55"/>
    <p:sldId id="1507" r:id="rId56"/>
    <p:sldId id="1508" r:id="rId57"/>
    <p:sldId id="1509" r:id="rId58"/>
    <p:sldId id="1510" r:id="rId59"/>
    <p:sldId id="1511" r:id="rId60"/>
    <p:sldId id="1512" r:id="rId61"/>
    <p:sldId id="1513" r:id="rId62"/>
    <p:sldId id="1592" r:id="rId63"/>
    <p:sldId id="279" r:id="rId64"/>
    <p:sldId id="280" r:id="rId65"/>
    <p:sldId id="1514" r:id="rId66"/>
    <p:sldId id="1515" r:id="rId67"/>
    <p:sldId id="1516" r:id="rId68"/>
    <p:sldId id="285" r:id="rId69"/>
    <p:sldId id="1577" r:id="rId70"/>
    <p:sldId id="1517" r:id="rId71"/>
    <p:sldId id="1595" r:id="rId72"/>
    <p:sldId id="286" r:id="rId73"/>
    <p:sldId id="1457" r:id="rId74"/>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uter Science &amp; Engineering" id="{5B71E8B5-994D-DE4E-B0FD-BC8BE2A846D3}">
          <p14:sldIdLst>
            <p14:sldId id="1460"/>
            <p14:sldId id="1461"/>
            <p14:sldId id="1462"/>
            <p14:sldId id="1463"/>
            <p14:sldId id="1593"/>
            <p14:sldId id="1594"/>
            <p14:sldId id="1500"/>
            <p14:sldId id="1527"/>
            <p14:sldId id="1528"/>
            <p14:sldId id="1561"/>
            <p14:sldId id="256"/>
            <p14:sldId id="1562"/>
            <p14:sldId id="1563"/>
            <p14:sldId id="1564"/>
            <p14:sldId id="268"/>
            <p14:sldId id="1565"/>
            <p14:sldId id="1566"/>
            <p14:sldId id="1567"/>
            <p14:sldId id="1568"/>
            <p14:sldId id="1569"/>
            <p14:sldId id="270"/>
            <p14:sldId id="1570"/>
            <p14:sldId id="1571"/>
            <p14:sldId id="1547"/>
            <p14:sldId id="1548"/>
            <p14:sldId id="1549"/>
            <p14:sldId id="1550"/>
            <p14:sldId id="1551"/>
            <p14:sldId id="1552"/>
            <p14:sldId id="1553"/>
            <p14:sldId id="1554"/>
            <p14:sldId id="1555"/>
            <p14:sldId id="1556"/>
            <p14:sldId id="1557"/>
            <p14:sldId id="1558"/>
            <p14:sldId id="1559"/>
            <p14:sldId id="1560"/>
            <p14:sldId id="1572"/>
            <p14:sldId id="1573"/>
            <p14:sldId id="1574"/>
            <p14:sldId id="274"/>
            <p14:sldId id="1575"/>
            <p14:sldId id="276"/>
            <p14:sldId id="1576"/>
            <p14:sldId id="1501"/>
            <p14:sldId id="1502"/>
            <p14:sldId id="1503"/>
            <p14:sldId id="271"/>
            <p14:sldId id="272"/>
            <p14:sldId id="273"/>
            <p14:sldId id="1504"/>
            <p14:sldId id="1505"/>
            <p14:sldId id="1506"/>
            <p14:sldId id="1507"/>
            <p14:sldId id="1508"/>
            <p14:sldId id="1509"/>
            <p14:sldId id="1510"/>
            <p14:sldId id="1511"/>
            <p14:sldId id="1512"/>
            <p14:sldId id="1513"/>
            <p14:sldId id="1592"/>
            <p14:sldId id="279"/>
            <p14:sldId id="280"/>
            <p14:sldId id="1514"/>
            <p14:sldId id="1515"/>
            <p14:sldId id="1516"/>
            <p14:sldId id="285"/>
            <p14:sldId id="1577"/>
            <p14:sldId id="1517"/>
            <p14:sldId id="1595"/>
            <p14:sldId id="286"/>
            <p14:sldId id="1457"/>
          </p14:sldIdLst>
        </p14:section>
      </p14:sectionLst>
    </p:ext>
    <p:ext uri="{EFAFB233-063F-42B5-8137-9DF3F51BA10A}">
      <p15:sldGuideLst xmlns:p15="http://schemas.microsoft.com/office/powerpoint/2012/main">
        <p15:guide id="1" orient="horz" pos="2160" userDrawn="1">
          <p15:clr>
            <a:srgbClr val="A4A3A4"/>
          </p15:clr>
        </p15:guide>
        <p15:guide id="2" pos="715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FFC500"/>
    <a:srgbClr val="FFBF20"/>
    <a:srgbClr val="00583D"/>
    <a:srgbClr val="FFC701"/>
    <a:srgbClr val="4EA68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706" autoAdjust="0"/>
    <p:restoredTop sz="94690" autoAdjust="0"/>
  </p:normalViewPr>
  <p:slideViewPr>
    <p:cSldViewPr snapToGrid="0" snapToObjects="1">
      <p:cViewPr varScale="1">
        <p:scale>
          <a:sx n="73" d="100"/>
          <a:sy n="73" d="100"/>
        </p:scale>
        <p:origin x="33" y="105"/>
      </p:cViewPr>
      <p:guideLst>
        <p:guide orient="horz" pos="2160"/>
        <p:guide pos="71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68" d="100"/>
          <a:sy n="168" d="100"/>
        </p:scale>
        <p:origin x="3344"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8"/>
          </a:xfrm>
          <a:prstGeom prst="rect">
            <a:avLst/>
          </a:prstGeom>
        </p:spPr>
        <p:txBody>
          <a:bodyPr vert="horz" lIns="96663" tIns="48332" rIns="96663" bIns="48332" rtlCol="0"/>
          <a:lstStyle>
            <a:lvl1pPr algn="l">
              <a:defRPr sz="1300"/>
            </a:lvl1pPr>
          </a:lstStyle>
          <a:p>
            <a:endParaRPr lang="en-US"/>
          </a:p>
        </p:txBody>
      </p:sp>
      <p:sp>
        <p:nvSpPr>
          <p:cNvPr id="3" name="Date Placeholder 2"/>
          <p:cNvSpPr>
            <a:spLocks noGrp="1"/>
          </p:cNvSpPr>
          <p:nvPr>
            <p:ph type="dt" sz="quarter" idx="1"/>
          </p:nvPr>
        </p:nvSpPr>
        <p:spPr>
          <a:xfrm>
            <a:off x="4143588" y="0"/>
            <a:ext cx="3169920" cy="481728"/>
          </a:xfrm>
          <a:prstGeom prst="rect">
            <a:avLst/>
          </a:prstGeom>
        </p:spPr>
        <p:txBody>
          <a:bodyPr vert="horz" lIns="96663" tIns="48332" rIns="96663" bIns="48332" rtlCol="0"/>
          <a:lstStyle>
            <a:lvl1pPr algn="r">
              <a:defRPr sz="1300"/>
            </a:lvl1pPr>
          </a:lstStyle>
          <a:p>
            <a:fld id="{B5D7B4AB-BB99-5A42-B696-5859070BA526}" type="datetimeFigureOut">
              <a:rPr lang="en-US" smtClean="0"/>
              <a:t>7/28/2026</a:t>
            </a:fld>
            <a:endParaRPr lang="en-US"/>
          </a:p>
        </p:txBody>
      </p:sp>
      <p:sp>
        <p:nvSpPr>
          <p:cNvPr id="4" name="Footer Placeholder 3"/>
          <p:cNvSpPr>
            <a:spLocks noGrp="1"/>
          </p:cNvSpPr>
          <p:nvPr>
            <p:ph type="ftr" sz="quarter" idx="2"/>
          </p:nvPr>
        </p:nvSpPr>
        <p:spPr>
          <a:xfrm>
            <a:off x="0" y="9119475"/>
            <a:ext cx="3169920" cy="481727"/>
          </a:xfrm>
          <a:prstGeom prst="rect">
            <a:avLst/>
          </a:prstGeom>
        </p:spPr>
        <p:txBody>
          <a:bodyPr vert="horz" lIns="96663" tIns="48332" rIns="96663" bIns="48332" rtlCol="0" anchor="b"/>
          <a:lstStyle>
            <a:lvl1pPr algn="l">
              <a:defRPr sz="1300"/>
            </a:lvl1pPr>
          </a:lstStyle>
          <a:p>
            <a:endParaRPr lang="en-US"/>
          </a:p>
        </p:txBody>
      </p:sp>
      <p:sp>
        <p:nvSpPr>
          <p:cNvPr id="5" name="Slide Number Placeholder 4"/>
          <p:cNvSpPr>
            <a:spLocks noGrp="1"/>
          </p:cNvSpPr>
          <p:nvPr>
            <p:ph type="sldNum" sz="quarter" idx="3"/>
          </p:nvPr>
        </p:nvSpPr>
        <p:spPr>
          <a:xfrm>
            <a:off x="4143588" y="9119475"/>
            <a:ext cx="3169920" cy="481727"/>
          </a:xfrm>
          <a:prstGeom prst="rect">
            <a:avLst/>
          </a:prstGeom>
        </p:spPr>
        <p:txBody>
          <a:bodyPr vert="horz" lIns="96663" tIns="48332" rIns="96663" bIns="48332" rtlCol="0" anchor="b"/>
          <a:lstStyle>
            <a:lvl1pPr algn="r">
              <a:defRPr sz="1300"/>
            </a:lvl1pPr>
          </a:lstStyle>
          <a:p>
            <a:fld id="{2184C4B3-7EA6-D04C-8B77-2584186DB51C}" type="slidenum">
              <a:rPr lang="en-US" smtClean="0"/>
              <a:t>‹#›</a:t>
            </a:fld>
            <a:endParaRPr lang="en-US"/>
          </a:p>
        </p:txBody>
      </p:sp>
    </p:spTree>
    <p:extLst>
      <p:ext uri="{BB962C8B-B14F-4D97-AF65-F5344CB8AC3E}">
        <p14:creationId xmlns:p14="http://schemas.microsoft.com/office/powerpoint/2010/main" val="37470083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1145.69934" units="1/cm"/>
          <inkml:channelProperty channel="Y" name="resolution" value="1832.60632" units="1/cm"/>
          <inkml:channelProperty channel="T" name="resolution" value="1" units="1/dev"/>
        </inkml:channelProperties>
      </inkml:inkSource>
      <inkml:timestamp xml:id="ts0" timeString="2025-06-02T22:52:13.769"/>
    </inkml:context>
    <inkml:brush xml:id="br0">
      <inkml:brushProperty name="width" value="0.05292" units="cm"/>
      <inkml:brushProperty name="height" value="0.05292" units="cm"/>
      <inkml:brushProperty name="color" value="#FF0000"/>
    </inkml:brush>
  </inkml:definitions>
  <inkml:trace contextRef="#ctx0" brushRef="#br0">19163 5300 0,'8'-6'16,"56"-31"-16,55-35 0,186-106 15,63 5-15,34 16 16,46 3-1,44-3-15,-5 16 16,36 21-16,-4 35 16,6 33-16,20 19 15,-30 20-15,9 16 16,-19 20-16,-44 28 16,-5 25-16,-45 30 15,-43 26-15,-38 27 16,-38 28-1,-52 9-15,-47 5 16,-59 6-16,-53 13 16,-63 22-16,-68 30 15,-74-5-15,-71 2 16,-41-8-16,-53-9 16,-13-33-16,-54-2 15,1-34 1,-16-34-16,-32-11 15,2-35-15,-43-30 16,-14-31-16,-9-47 16,-14-32-16,-8-32 15,20-33-15,-25-36 16,66-16-16,41-15 16,50-6-16,80-5 15,32-22-15,64 4 16,44-14-1,36-12-15,32 22 16,38 6-16,22 28 16,20 19-16,6 10 15,-1 35-15,-7 18 16,1 13-16,2 15 16,-12 16-16,-5 15 15,-15 27 1,14-21-16,-14 21 0,0 0 15,-9 52-15,-11 55 16,-12 57 0,-8 37-16,-17 38 15,0 0-15,-20 24 16,-5-5-16,8-17 16,0 24-16,15-23 15,0 43 1,21 2-16,13 12 15,21 33-15,16 7 16,7 12-16,6-8 16,-3-5-16,-1-43 15,-12-27-15,1-26 16,-9-30-16,3-26 16,-1-34-16,-3-18 15,-3-10-15,3-9 16,0-17-1,3-20-15,-3-11 16,-3-18-16,-1-10 16,4-13-16,0-26 15,0 34-15,0-34 16,0 0-16,0 0 16,0 0-1,0 0-15,0 0 16,41 20-16,26-24 15,65-3-15,53-5 16,50-1-16,25-1 16,101 7-16,58 9 15,86 19 1,119 15-16,36 16 0,115 13 16,-71-7-16,-1-2 15,-147-35 1,-70-53-16,-128-63 15</inkml:trace>
  <inkml:trace contextRef="#ctx0" brushRef="#br0" timeOffset="430.65">29282 7127 0,'0'0'0,"0"11"0,-4 17 16,-11 83-16,-18 116 16,-19 77-16,-14 7 15,-13 4-15,-1 30 16,-11 43-16,11 30 16,-1 7-1,-10 8-15,14-54 16,-7 9-16,6-56 15,-6-67-15,-4-40 16,10-48-16,-13-10 16,-8-27-16,-50 10 15,-33-42-15</inkml:trace>
  <inkml:trace contextRef="#ctx0" brushRef="#br0" timeOffset="979.991">23730 5388 0,'0'0'0,"-12"3"0,12-3 15,-27 22-15,10 28 0,-1 77 16,8 84-16,13 22 15,-6 10 1,1-8-16,2-8 16,-7-15-16,7-28 15,2-38-15,5-46 16,6-41-16,-13-59 16,12 21-16,-12-21 15</inkml:trace>
  <inkml:trace contextRef="#ctx0" brushRef="#br0" timeOffset="1276.932">22376 6212 0,'0'0'0,"20"-34"16,60-47-1,268-138 1,251 31-1,152 161 1,38 237 15,-209 78-31,-239-33 16,-198-68-16,-138-101 16,-84 19-1,-161 32-15,-148-25 0,-55-20 16,24-11-1,60 1-15,101-13 16,103-23-16,103-32 16</inkml:trace>
  <inkml:trace contextRef="#ctx0" brushRef="#br0" timeOffset="1576.395">26876 5509 0,'0'0'0,"0"8"0,-5 20 15,-17 113-15,-29 132 16,-16-10-1,12-61-15,13-40 16,15-49-16,9-18 16,9 0-16,1-3 15,0-2-15,4-11 16,-8-27-16,-3-19 16</inkml:trace>
  <inkml:trace contextRef="#ctx0" brushRef="#br0" timeOffset="2049.029">26540 5665 0,'0'0'0,"17"-8"0,-17 8 0,92-24 16,51 6-16,75 16 15,39 13 1,6-7-16,-16 1 15,-23 0-15,-51 1 16,-55 7-16,-48 9 16,-41 6-16,-36 34 15,-90 84-15,-110 36 16,-14-18-16,36-30 16,71-34-16,52-23 15,42-35 1,37-13-16,80 4 15,158-20-15,96-32 16,4-10-16,31 6 16,-42 31-16,-48 21 15,-67 28-15,-81 12 16,-74 2-16,-67 16 16,-80 26-16,-135 29 15,-83-15 1,-40-24-16,-1-23 15,42-23-15,-44-12 16,25-33-16,-82-24 16,-12-27-1</inkml:trace>
  <inkml:trace contextRef="#ctx0" brushRef="#br0" timeOffset="2865.013">3630 3841 0,'0'0'0,"0"0"0,0 8 0,11 57 16,45 158-16,39 163 15,9 37 1,-20-8-16,-7-11 16,-10-35-16,-15-43 15,-5-47-15,4-37 16,1-42-16,-2-44 16,2-34-16,-12-44 15,-1-31 1,6-22-16</inkml:trace>
  <inkml:trace contextRef="#ctx0" brushRef="#br0" timeOffset="3500.508">4151 3260 0,'0'0'0,"-3"-9"0,3 9 16,37-50-16,131-20 15,228-8-15,119 13 16,53-11-16,63 0 16,9-15-16,31-5 15,3 8-15,-16 21 16,-47 30-1,-90 37-15,-84 35 16,-108 17-16,-85 29 16,-72 14-16,-62 9 15,-34 23-15,-26 19 16,-21 15 0,-16 21-16,4 15 15,13 8-15,36 26 16,43 23-16,42 19 0,37 36 15,6-21 1,13-24-16,11-16 16,-15-31-16,-10-21 15,-24-20-15,-28-15 16,-44-33 0,-48-9-16,-59-11 0,-103 22 15,-205 38-15,-212-29 16,-135-44-16,-82-26 15,-3-5 1,-6-12-16,48-10 16,75-6-16,22-27 15,88-4-15,60-19 16,55-11-16,64 1 16,56-22-16,61-9 15,66-5-15,57-18 16,32-41-16</inkml:trace>
  <inkml:trace contextRef="#ctx0" brushRef="#br0" timeOffset="4237.144">6148 5098 0,'0'0'0,"0"0"0,0 0 16,0 11-16,8 58 16,29 116-16,22 90 15,-4-10-15,-9-15 16,4-1-16,-3-39 16,-2-28-16,4-32 15,-7-42 1,-9-31-16,-7-23 15,-10-21-15,-16-33 16,0 0-16,0 0 16,-77-152-16,3-90 15,14-21-15,35 20 16,3 7-16,3 32 16,1 44-1,-5 43-15,9 24 0,4 23 16,2 13-1,-2 4-15,1 13 16,6 2-16,13-4 16,29-14-16,58-17 15,64-6-15,42 1 16,28 6-16,-9 10 16,-11 24-16,-23 21 15,-42 12-15,-40 10 16,-46 4-1,-60-9-15,0 0 16,-107 50-16,-212 15 16,-55 12-16,0 10 15,37 26-15,21 24 16,86-15 0,69-7-16,64-34 15,48-17-15,36-17 16,35-6-16,70 6 0,111-11 15,97-26 1,11-24-16,65-14 16,-4-13-16,5-13 15,-16-8-15,-59-7 16,-27-1 0,-67 2-16,-48 12 0,-51 3 15,-64 3 1</inkml:trace>
  <inkml:trace contextRef="#ctx0" brushRef="#br0" timeOffset="4700.098">9218 4809 0,'0'0'16,"-5"7"-16,5-7 0,-10 32 0,10 43 0,14 63 15,4 49 1,2-9-16,0 5 16,0 9-16,-4-9 15,-3-17-15,-5-44 16,-4-34-16,-4-32 16,0-24-1,0-32-15,0 0 0,0 0 16,-25-49-16,-22-109 15,-14-36 1,-6-3-16,-10-2 16,5 22-16,-7 22 15,7 53-15,11 35 16,6 22-16,11 17 16,44 28-16,-45-30 15,45 30-15,0-23 16,62-11-1,123-39-15,98-21 0,6 0 16,-27 3 0,-19 6-16,-35 32 15,-40 18-15,-51 16 16,-75 13-16</inkml:trace>
  <inkml:trace contextRef="#ctx0" brushRef="#br0" timeOffset="4904.772">8540 5757 0,'0'0'0,"-3"6"15,3-6-15,0 0 16,32 46-16,80 4 16,101-6-16,56-32 15,3-38-15,-16-18 16,-12-8-16,-24-13 15,-24-12 1,-59-3-16,-58-22 16</inkml:trace>
  <inkml:trace contextRef="#ctx0" brushRef="#br0" timeOffset="5071.813">10062 6039 0,'-10'10'0,"-37"38"0,-15 14 0,-57 59 16,32-22-16,52-41 15,35-21 1,47-5-16,130-5 16,161-50-16,64-46 15,8-28-15,1-25 16,-51-14-16</inkml:trace>
  <inkml:trace contextRef="#ctx0" brushRef="#br0" timeOffset="5464.531">12537 5513 0,'0'0'0,"12"5"16,25 7-16,122 15 0,215-6 16,163-24-16,5-24 15,86-33-15,-36-2 16,47-8-1,-3 8-15,-25 39 16,-51 30-16,-28 9 16,-103 7-16,-85-7 15,-77-23-15,-84-14 16,-57-23-16,-37-25 16,-52-25-16</inkml:trace>
  <inkml:trace contextRef="#ctx0" brushRef="#br0" timeOffset="5749.032">17300 3874 0,'0'0'16,"0"0"-16,0 0 0,17 19 0,82 75 15,133 93 1,90 21-16,17-25 16,67 8-16,-51-24 15,-58-6-15,-85-18 16,-93-23-16,-74-18 16,-62-3-16,-123 56 15,-220 70-15,-96-6 16,-59 29-16</inkml:trace>
  <inkml:trace contextRef="#ctx0" brushRef="#br0" timeOffset="6349.826">4769 10312 0,'0'0'0,"0"0"0,0 0 0,-10 5 0,3 20 16,-1 81-16,23 134 16,27 132-1,13 66-15,-3 47 16,15 90-16,-1-17 15,12-15-15,18-21 16,1-92-16,6-61 16,-3-52-16,-12-81 15,-16-58-15,-12-54 16,-28-82 0,-32-42-16,7-49 15</inkml:trace>
  <inkml:trace contextRef="#ctx0" brushRef="#br0" timeOffset="6960.721">4819 10135 0,'0'-6'0,"82"-36"16,349-49 0,655-91-1,458-31 1,50 5 0,-251 33-1,-413 117-15,-705 76 16,117 36-16,-134 31 15,-15 56-15,-45 55 16,-41 58-16,-36 4 16,-40 1-16,-12 37 15,-11-15-15,4 57 16,22 19-16,28 30 16,42 24-1,58 16-15,30 15 16,21-37-16,-14-32 0,-29-64 15,-38-58 1,-41-34-16,-39-27 16,-49-33-16,-55-19 15,-82 7-15,-156-9 16,-173-13-16,-101-80 16,-142 11-16,13-41 15,-71-44-15,95-13 16,-59 29-1,80-33-15,-8-12 16,149 16-16,75 0 16,116 1-16,86 8 15,52-9-15,56-5 16,48-8-16,31-44 16</inkml:trace>
  <inkml:trace contextRef="#ctx0" brushRef="#br0" timeOffset="7263.006">7930 13116 0,'0'0'0,"0"0"0,0 0 16,6 3-16,20 59 15,22 127-15,18 76 16,-14-4 0,-20-16-16,1-4 15,-13-22-15,-5-40 16,-15-33-16,-23-33 16,-22-30-16,-12-32 15,-36-44-15,-39-61 16,-36-81-16,14-72 15</inkml:trace>
  <inkml:trace contextRef="#ctx0" brushRef="#br0" timeOffset="7709.932">7903 12583 0,'211'-138'0,"-130"90"16,-26 21 0,-3 25-1,-42 72 17,-112 202-32,-52 5 15,56-125-15,58-73 16,18-22-16,17-19 15,20 5 1,42 9-16,73 12 16,39 8-16,34-3 15,8-3-15,-8 3 16,-30 4-16,-54-4 16,-50-3-16,-34 3 15,-41 15 1,-80 55-16,-97 40 15,-48-12-15,16-33 0,27-24 16,35-38-16,43-15 16,47-34-1,63-23-15,-36-58 16,69-209-16,59-68 16</inkml:trace>
  <inkml:trace contextRef="#ctx0" brushRef="#br0" timeOffset="7939.354">9433 14141 0,'2'19'0,"13"71"15,10 18 17,27 74-32,-5-54 15,-7-70-15,-40-58 16</inkml:trace>
  <inkml:trace contextRef="#ctx0" brushRef="#br0" timeOffset="8193.344">9522 12591 0,'60'-1'0,"85"-10"0,24-13 0,173-47 15,-97-7-15,-25-12 0,-69 21 16,-35 11-16,-56 16 16,-45 15-16,-38 4 15,-93 0-15</inkml:trace>
  <inkml:trace contextRef="#ctx0" brushRef="#br0" timeOffset="8354.564">9040 14109 0,'64'-5'0,"127"-18"0,26-16 15,263-74-15,-148-5 16,-48-11-16,-53-9 16,-73 22-16,-59 33 15</inkml:trace>
  <inkml:trace contextRef="#ctx0" brushRef="#br0" timeOffset="8504.088">10111 14160 0,'-27'37'0,"-25"55"0,-10 15 15,-40 79-15,41-73 16,38-39 0,34-28-16,67 3 0,163 8 15,155-33-15,40-43 16,53-48-1,-6-29-15</inkml:trace>
  <inkml:trace contextRef="#ctx0" brushRef="#br0" timeOffset="9018.309">14403 11995 0,'-20'14'0,"-56"43"0,-36 47 15,-135 125 1,54-31-16,45-52 16,65-58-16,42-38 15,31-17-15,45 10 16,127 47-16,171 17 16,15-30-16,-11-14 15,-50-21-15,-64-7 16,-60-6-16,-81-19 15,-82-10-15</inkml:trace>
  <inkml:trace contextRef="#ctx0" brushRef="#br0" timeOffset="9319.583">13160 12939 0,'6'-4'0,"28"-19"0,40-8 16,160-38-16,129 11 15,48 21-15,65-14 16,40-30-16,76-29 16,76-12-16,-21 3 15,44 4-15,-38 5 16,-15-19-16,-78 18 15,-95 18-15,-116 22 16,-92 34 0,-66 11-16,-59-5 15,-44-2-15,-35-28 16,-38-22-16</inkml:trace>
  <inkml:trace contextRef="#ctx0" brushRef="#br0" timeOffset="9665.996">19208 10137 0,'0'0'0,"0"0"0,-20 6 16,-25 31-16,-34 56 15,7 57 1,62-12-16,72 19 16,84 9-16,78-11 15,36-42-15,7-39 16,0-10-16,-37-6 16,-59 16-16,-52 34 15,-82 34-15,-124 107 16,-188 111-16,-46-83 15,-58 41-15,65-75 16,54-35 0,89-50-16</inkml:trace>
  <inkml:trace contextRef="#ctx0" brushRef="#br0" timeOffset="11008.554">20778 15184 0,'-5'-6'0,"5"6"15,-18-37-15,-21-9 16,-26-10-16,-2 7 16,13 4-16,16 7 15,12-5-15,18-20 16,35-38-16,50-36 16,67-19-1,27 20-15,61 1 16,15 34-16,-11 45 15,48 36-15,-43 52 16,-31 25-16,-40 14 16,-61 19-16,-36 14 15,-17 17-15,-26-3 16,-32 0-16,-33-12 16,-47-6-1,-81-4-15,-60-33 0,-69-31 16,-18-29-1,6-26-15,36-8 16,83 12-16,69 2 16,61 9-16,55 8 15,0 0-15,89 25 16,194 38-16,28 3 16,1-1-1,-40-2-15,-61-12 16,-60-9-16,-65-9 15,-45 5-15,-30 20 16,-63 52-16,-101 52 16,-35-52-16,-8 36 15,45-44-15,38-29 16,46-31-16,67-42 16,-27 30-16,62-19 15,137 8 1,123 4-16,-15 12 15,-45 18-15,-67 16 16,-71 10-16,-50 8 16,-44 1-16,-65 2 15,-87-9-15,-126-26 16,-86-52 0,19-47-16,-22-41 15,40-6-15,47-6 0,46 3 16,75 6-1,18-57-15,42-43 16,71-54-16,69 27 16,70-4-16,35 37 15,-16 75-15,-26 57 16,-33 50-16,-22 50 16,-37 77-16,-92 84 15,-79-15-15,-62-42 16,-7-107-16,0-19 15,-13-56-15,28-3 16,-1-93 0,28-23-16,57-17 15,66-10-15,63-40 16,98-24-16,113-7 16,127 17-16,73 52 15,4 33-15,-44 41 16,-58 36-16,-76 45 15,-106 28-15</inkml:trace>
  <inkml:trace contextRef="#ctx0" brushRef="#br0" timeOffset="11899.192">22636 17114 0,'0'0'0,"0"0"0,-5 3 0,5-3 15,0 0-15,0 0 16,0 0-16,0 0 15,0 0-15,0 0 16,0 0-16,0 0 16,-27 31-1,35-4-15,7 19 16,6 11-16,-6-4 16,-5-11-16,-4-12 15,-6-30-15,7 27 16,-7-27-16,0 0 15,0 0-15,12-61 16,10-23-16,10-22 16,16-4-1,16-9-15,8 9 16,10 20-16,7 32 16,0 41-16,20 40 15,14 40 1,4 34-16,-18 7 15,5 18-15,-16 1 16,-24-5-16,-29-22 16,-22-22-16,-14-14 15,-3-9-15,-2-12 16,1-6-16,-5-33 16,18 31-16,-18-31 15,0 0-15,54-8 16,-4-39-1,21-34-15,9-13 16,21 7-16,13 22 16,-3 23-16,-16 12 15,-2 19-15,-1 15 16,5 26 0,-4 38-16,-6 30 0,-18 8 15,-26-24 1,-13-7-16,-6-3 15,4 2-15,6-3 16,25-6-16</inkml:trace>
  <inkml:trace contextRef="#ctx0" brushRef="#br0" timeOffset="12232.525">26465 17770 0,'0'0'0,"0"7"15,0-7-15,0 0 0,15 25 16,-15-25 0,52 23-16,-7-12 15,-10 1-15,-35-12 16,22 30-16,-22-30 16,-34 46-16,-56-6 15,-64 1-15,-9-10 16,18-20-16,52-11 15,19-11 1,15-6-16,19-3 16,13-6-16,5-17 15,17-24-15,25-16 16,64-17-16,84 14 16,53 34-16,38 46 15,-80 25 1</inkml:trace>
  <inkml:trace contextRef="#ctx0" brushRef="#br0" timeOffset="13246.188">27699 17753 0,'0'0'0,"0"0"0,0 0 0,0-6 15,0 6-15,0 0 16,0 0-16,-67-11 16,-53 22-1,-48 12-15,3 2 16,14 3-16,27-7 16,35-5-16,34-2 15,55-14-15,0 0 16,0 0-16,65 20 15,53-8 1,28-12-16,-4-20 16,-9-13-16,-9-30 15,-7-37-15,-12-48 16,-25-25-16,-18-27 16,-23 2-16,-11 19 15,-11 19-15,-10 49 16,-4 23-1,-1 24-15,1 22 16,-3 15-16,0 27 16,0 0-16,0 0 15,-15 71-15,2 95 16,-1 35-16,12 0 16,4 0-16,12-3 15,6-21-15,23-12 16,13-42-1,23-13-15,50-10 16,35-25-16,19-37 16,-5-38-16,-7-26 15,9-30-15,-3-4 16,-31-7-16,-38 3 16,-38 2-16,-26 9 15,-22 2-15,-17-9 16,-17-4-16,-20 1 15,-10 5 1,0 17-16,-1 18 16,6 18-16,-4 16 15,10 20-15,20 24 16,30 25-16,36 2 16,34-5-16,27-16 15,17-24-15,19-18 16,4-20-16,5-24 15,-8-24-15,13-41 16,-20-16 0,-20-16-16,-9-26 15,-34-16-15,-25-13 16,-17-13-16,-18 13 16,-21 17-1,-9 10-15,-11 24 0,-4 42 16,-3 26-16,25 58 15,-64-22-15,0 68 16,-28 87-16,8 78 16,20 72-1,24 40-15,30 8 16,11 7-16,18-33 16,11-45-16,26-14 15,14-48-15,5-56 16,-1-53-16</inkml:trace>
  <inkml:trace contextRef="#ctx0" brushRef="#br0" timeOffset="13535.516">31803 17527 0,'0'0'0,"9"-2"0,-9 2 0,0 0 0,48-44 15,-38 19 1,-10-10-16,-20-8 16,-27 7-16,-23 7 15,-11 20-15,4 20 16,17 20-16,16 15 16,26 34-16,51 57 15,88 72-15,45 5 16,-1-12-16,-41-29 15,-55-42 1,-36-18-16,-50-31 16</inkml:trace>
  <inkml:trace contextRef="#ctx0" brushRef="#br0" timeOffset="14337.964">14799 17825 0,'-20'1'15,"-32"7"-15,-34 7 0,-109 33 16,-26 16-16,-4 5 16,7-17-16</inkml:trace>
  <inkml:trace contextRef="#ctx0" brushRef="#br0" timeOffset="14584.726">12425 17818 0,'0'0'0,"0"0"0,-7-4 15,7 4-15,0 0 16,37-42-16,33 17 15,70-7 1,39 1-16,69 1 16,51 3-16,62 13 15,8 7-15,-44-3 16,-58-8-16,-97-10 16</inkml:trace>
  <inkml:trace contextRef="#ctx0" brushRef="#br0" timeOffset="14747.134">13643 17701 0,'0'0'0,"-5"12"0,5 17 0,13 103 16,39 149-16,9 29 15,2-24 1,-9-60-16,-10-87 0</inkml:trace>
  <inkml:trace contextRef="#ctx0" brushRef="#br0" timeOffset="15431.159">14914 18091 0,'0'0'0,"0"0"15,0 0-15,0 0 16,0 0-16,0 0 15,29 16-15,38 21 16,19 23-16,-11 9 16,-28-6-1,-18-17-15,-13-14 16,-10-9-16,-6-23 16,1 33-16,-1-33 15,-3 25-15,3-25 16,0 0-16,0 0 15,54-5 1,36-38-16,49-22 16,41 2-16,3 24 15,1 23-15,-9 34 16,-14 20-16,-13 14 16,-31-1-16,-40-19 15,-30-9-15,-47-23 16,32 21-1,-32-21-15,0 0 16,-82-44-16,-37-23 16,3 3-16,35 22 15,14 21-15,2 21 16,-9 26-16,-10 34 16,19 19-16,21 13 15,42-5-15,38-15 16,31-16-1,35-22-15,24-34 0,13-22 16,14-18-16,-2-13 16,-12 0-1,-15-5-15,-8 10 16,-12 13-16,-8 18 16,-16 17-1,-8 14-15,-3 12 16,-10 6-16,-2 2 15,-8 1-15,3-5 16,15-1-16,28-7 16,38-11-16,41-11 15,-29-11-15</inkml:trace>
  <inkml:trace contextRef="#ctx0" brushRef="#br0" timeOffset="15705.354">17503 17803 0,'0'0'0,"0"0"0,0 0 15,0 8-15,14 15 16,21 29-16,39 26 16,28-6-16,37-36 15,61-41 1,37-43-16,3-21 15,-42 25-15,-9 10 16,-21 33-16,3 16 16,52 23-16,39 22 15,124 38-15,50 15 16,89-3-16,182-73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8"/>
          </a:xfrm>
          <a:prstGeom prst="rect">
            <a:avLst/>
          </a:prstGeom>
        </p:spPr>
        <p:txBody>
          <a:bodyPr vert="horz" lIns="96663" tIns="48332" rIns="96663" bIns="48332" rtlCol="0"/>
          <a:lstStyle>
            <a:lvl1pPr algn="l">
              <a:defRPr sz="1300"/>
            </a:lvl1pPr>
          </a:lstStyle>
          <a:p>
            <a:endParaRPr lang="en-US"/>
          </a:p>
        </p:txBody>
      </p:sp>
      <p:sp>
        <p:nvSpPr>
          <p:cNvPr id="3" name="Date Placeholder 2"/>
          <p:cNvSpPr>
            <a:spLocks noGrp="1"/>
          </p:cNvSpPr>
          <p:nvPr>
            <p:ph type="dt" idx="1"/>
          </p:nvPr>
        </p:nvSpPr>
        <p:spPr>
          <a:xfrm>
            <a:off x="4143588" y="0"/>
            <a:ext cx="3169920" cy="481728"/>
          </a:xfrm>
          <a:prstGeom prst="rect">
            <a:avLst/>
          </a:prstGeom>
        </p:spPr>
        <p:txBody>
          <a:bodyPr vert="horz" lIns="96663" tIns="48332" rIns="96663" bIns="48332" rtlCol="0"/>
          <a:lstStyle>
            <a:lvl1pPr algn="r">
              <a:defRPr sz="1300"/>
            </a:lvl1pPr>
          </a:lstStyle>
          <a:p>
            <a:fld id="{A828957E-8C29-3241-8F8F-82FA684C2829}" type="datetimeFigureOut">
              <a:rPr lang="en-US" smtClean="0"/>
              <a:t>7/28/2026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3" tIns="48332" rIns="96663" bIns="48332" rtlCol="0" anchor="ctr"/>
          <a:lstStyle/>
          <a:p>
            <a:endParaRPr lang="en-US"/>
          </a:p>
        </p:txBody>
      </p:sp>
      <p:sp>
        <p:nvSpPr>
          <p:cNvPr id="5" name="Notes Placeholder 4"/>
          <p:cNvSpPr>
            <a:spLocks noGrp="1"/>
          </p:cNvSpPr>
          <p:nvPr>
            <p:ph type="body" sz="quarter" idx="3"/>
          </p:nvPr>
        </p:nvSpPr>
        <p:spPr>
          <a:xfrm>
            <a:off x="731521" y="4620578"/>
            <a:ext cx="5852160" cy="3780473"/>
          </a:xfrm>
          <a:prstGeom prst="rect">
            <a:avLst/>
          </a:prstGeom>
        </p:spPr>
        <p:txBody>
          <a:bodyPr vert="horz" lIns="96663" tIns="48332" rIns="96663" bIns="4833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7"/>
          </a:xfrm>
          <a:prstGeom prst="rect">
            <a:avLst/>
          </a:prstGeom>
        </p:spPr>
        <p:txBody>
          <a:bodyPr vert="horz" lIns="96663" tIns="48332" rIns="96663" bIns="48332" rtlCol="0" anchor="b"/>
          <a:lstStyle>
            <a:lvl1pPr algn="l">
              <a:defRPr sz="1300"/>
            </a:lvl1pPr>
          </a:lstStyle>
          <a:p>
            <a:endParaRPr lang="en-US"/>
          </a:p>
        </p:txBody>
      </p:sp>
      <p:sp>
        <p:nvSpPr>
          <p:cNvPr id="7" name="Slide Number Placeholder 6"/>
          <p:cNvSpPr>
            <a:spLocks noGrp="1"/>
          </p:cNvSpPr>
          <p:nvPr>
            <p:ph type="sldNum" sz="quarter" idx="5"/>
          </p:nvPr>
        </p:nvSpPr>
        <p:spPr>
          <a:xfrm>
            <a:off x="4143588" y="9119475"/>
            <a:ext cx="3169920" cy="481727"/>
          </a:xfrm>
          <a:prstGeom prst="rect">
            <a:avLst/>
          </a:prstGeom>
        </p:spPr>
        <p:txBody>
          <a:bodyPr vert="horz" lIns="96663" tIns="48332" rIns="96663" bIns="48332" rtlCol="0" anchor="b"/>
          <a:lstStyle>
            <a:lvl1pPr algn="r">
              <a:defRPr sz="1300"/>
            </a:lvl1pPr>
          </a:lstStyle>
          <a:p>
            <a:fld id="{E0CD2A8C-376C-4747-AD3E-28CA0EB3A45A}" type="slidenum">
              <a:rPr lang="en-US" smtClean="0"/>
              <a:t>‹#›</a:t>
            </a:fld>
            <a:endParaRPr lang="en-US"/>
          </a:p>
        </p:txBody>
      </p:sp>
    </p:spTree>
    <p:extLst>
      <p:ext uri="{BB962C8B-B14F-4D97-AF65-F5344CB8AC3E}">
        <p14:creationId xmlns:p14="http://schemas.microsoft.com/office/powerpoint/2010/main" val="909471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3676025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302199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271315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1318836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3594816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318160-7599-154C-A819-7F1195988480}" type="datetimeFigureOut">
              <a:rPr lang="en-US" smtClean="0"/>
              <a:t>7/28/2026</a:t>
            </a:fld>
            <a:endParaRPr lang="en-US" dirty="0"/>
          </a:p>
        </p:txBody>
      </p:sp>
    </p:spTree>
    <p:extLst>
      <p:ext uri="{BB962C8B-B14F-4D97-AF65-F5344CB8AC3E}">
        <p14:creationId xmlns:p14="http://schemas.microsoft.com/office/powerpoint/2010/main" val="2140968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3447988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Opt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265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436709"/>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43671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59876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BDDB538-1DDD-064C-9DCC-AF80B1E5BF0D}" type="datetimeFigureOut">
              <a:rPr lang="en-US" smtClean="0"/>
              <a:t>7/28/2026</a:t>
            </a:fld>
            <a:endParaRPr lang="en-US"/>
          </a:p>
        </p:txBody>
      </p:sp>
    </p:spTree>
    <p:extLst>
      <p:ext uri="{BB962C8B-B14F-4D97-AF65-F5344CB8AC3E}">
        <p14:creationId xmlns:p14="http://schemas.microsoft.com/office/powerpoint/2010/main" val="3767996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7318160-7599-154C-A819-7F1195988480}" type="datetimeFigureOut">
              <a:rPr lang="en-US" smtClean="0"/>
              <a:t>7/28/2026</a:t>
            </a:fld>
            <a:endParaRPr lang="en-US"/>
          </a:p>
        </p:txBody>
      </p:sp>
    </p:spTree>
    <p:extLst>
      <p:ext uri="{BB962C8B-B14F-4D97-AF65-F5344CB8AC3E}">
        <p14:creationId xmlns:p14="http://schemas.microsoft.com/office/powerpoint/2010/main" val="1262905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5538" name="Group 2">
            <a:extLst>
              <a:ext uri="{FF2B5EF4-FFF2-40B4-BE49-F238E27FC236}">
                <a16:creationId xmlns:a16="http://schemas.microsoft.com/office/drawing/2014/main" id="{0D54438A-5A98-42F8-9B91-8199315607AA}"/>
              </a:ext>
            </a:extLst>
          </p:cNvPr>
          <p:cNvGrpSpPr>
            <a:grpSpLocks/>
          </p:cNvGrpSpPr>
          <p:nvPr/>
        </p:nvGrpSpPr>
        <p:grpSpPr bwMode="auto">
          <a:xfrm>
            <a:off x="1" y="2438401"/>
            <a:ext cx="12012084" cy="1052513"/>
            <a:chOff x="0" y="1536"/>
            <a:chExt cx="5675" cy="663"/>
          </a:xfrm>
        </p:grpSpPr>
        <p:grpSp>
          <p:nvGrpSpPr>
            <p:cNvPr id="65539" name="Group 3">
              <a:extLst>
                <a:ext uri="{FF2B5EF4-FFF2-40B4-BE49-F238E27FC236}">
                  <a16:creationId xmlns:a16="http://schemas.microsoft.com/office/drawing/2014/main" id="{AFC01075-9182-45B9-9B0A-E429A0995703}"/>
                </a:ext>
              </a:extLst>
            </p:cNvPr>
            <p:cNvGrpSpPr>
              <a:grpSpLocks/>
            </p:cNvGrpSpPr>
            <p:nvPr/>
          </p:nvGrpSpPr>
          <p:grpSpPr bwMode="auto">
            <a:xfrm>
              <a:off x="183" y="1604"/>
              <a:ext cx="448" cy="299"/>
              <a:chOff x="720" y="336"/>
              <a:chExt cx="624" cy="432"/>
            </a:xfrm>
          </p:grpSpPr>
          <p:sp>
            <p:nvSpPr>
              <p:cNvPr id="65540" name="Rectangle 4">
                <a:extLst>
                  <a:ext uri="{FF2B5EF4-FFF2-40B4-BE49-F238E27FC236}">
                    <a16:creationId xmlns:a16="http://schemas.microsoft.com/office/drawing/2014/main" id="{BEF93964-34A4-4B25-95B6-42E6E48553B2}"/>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65541" name="Rectangle 5">
                <a:extLst>
                  <a:ext uri="{FF2B5EF4-FFF2-40B4-BE49-F238E27FC236}">
                    <a16:creationId xmlns:a16="http://schemas.microsoft.com/office/drawing/2014/main" id="{F68B581B-4776-4DC4-AEA1-4731E0413ED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grpSp>
        <p:grpSp>
          <p:nvGrpSpPr>
            <p:cNvPr id="65542" name="Group 6">
              <a:extLst>
                <a:ext uri="{FF2B5EF4-FFF2-40B4-BE49-F238E27FC236}">
                  <a16:creationId xmlns:a16="http://schemas.microsoft.com/office/drawing/2014/main" id="{AC992683-FF60-4B87-AC00-54183E7DB843}"/>
                </a:ext>
              </a:extLst>
            </p:cNvPr>
            <p:cNvGrpSpPr>
              <a:grpSpLocks/>
            </p:cNvGrpSpPr>
            <p:nvPr/>
          </p:nvGrpSpPr>
          <p:grpSpPr bwMode="auto">
            <a:xfrm>
              <a:off x="261" y="1870"/>
              <a:ext cx="465" cy="299"/>
              <a:chOff x="912" y="2640"/>
              <a:chExt cx="672" cy="432"/>
            </a:xfrm>
          </p:grpSpPr>
          <p:sp>
            <p:nvSpPr>
              <p:cNvPr id="65543" name="Rectangle 7">
                <a:extLst>
                  <a:ext uri="{FF2B5EF4-FFF2-40B4-BE49-F238E27FC236}">
                    <a16:creationId xmlns:a16="http://schemas.microsoft.com/office/drawing/2014/main" id="{5F1B799F-52F5-4342-AFEF-F1F0E476702D}"/>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65544" name="Rectangle 8">
                <a:extLst>
                  <a:ext uri="{FF2B5EF4-FFF2-40B4-BE49-F238E27FC236}">
                    <a16:creationId xmlns:a16="http://schemas.microsoft.com/office/drawing/2014/main" id="{BF9496F2-8ED9-488A-AE9C-19715BFF6622}"/>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grpSp>
        <p:sp>
          <p:nvSpPr>
            <p:cNvPr id="65545" name="Rectangle 9">
              <a:extLst>
                <a:ext uri="{FF2B5EF4-FFF2-40B4-BE49-F238E27FC236}">
                  <a16:creationId xmlns:a16="http://schemas.microsoft.com/office/drawing/2014/main" id="{089D1F9C-EFD5-4EBA-9D26-FB22B90E767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65546" name="Rectangle 10">
              <a:extLst>
                <a:ext uri="{FF2B5EF4-FFF2-40B4-BE49-F238E27FC236}">
                  <a16:creationId xmlns:a16="http://schemas.microsoft.com/office/drawing/2014/main" id="{729D4E0B-89B6-4C85-A114-F5520A5C7CC8}"/>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65547" name="Rectangle 11">
              <a:extLst>
                <a:ext uri="{FF2B5EF4-FFF2-40B4-BE49-F238E27FC236}">
                  <a16:creationId xmlns:a16="http://schemas.microsoft.com/office/drawing/2014/main" id="{70AF3E92-F1DC-41AE-A286-8EF581C7A543}"/>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grpSp>
      <p:sp>
        <p:nvSpPr>
          <p:cNvPr id="65548" name="Rectangle 12">
            <a:extLst>
              <a:ext uri="{FF2B5EF4-FFF2-40B4-BE49-F238E27FC236}">
                <a16:creationId xmlns:a16="http://schemas.microsoft.com/office/drawing/2014/main" id="{8A922203-88E1-4D36-955A-C33972B70CCB}"/>
              </a:ext>
            </a:extLst>
          </p:cNvPr>
          <p:cNvSpPr>
            <a:spLocks noGrp="1" noChangeArrowheads="1"/>
          </p:cNvSpPr>
          <p:nvPr>
            <p:ph type="ctrTitle"/>
          </p:nvPr>
        </p:nvSpPr>
        <p:spPr>
          <a:xfrm>
            <a:off x="1320800" y="1828800"/>
            <a:ext cx="10363200" cy="1143000"/>
          </a:xfrm>
        </p:spPr>
        <p:txBody>
          <a:bodyPr/>
          <a:lstStyle>
            <a:lvl1pPr>
              <a:defRPr/>
            </a:lvl1pPr>
          </a:lstStyle>
          <a:p>
            <a:pPr lvl="0"/>
            <a:r>
              <a:rPr lang="en-US" altLang="en-US" noProof="0"/>
              <a:t>Click to edit Master title style</a:t>
            </a:r>
          </a:p>
        </p:txBody>
      </p:sp>
      <p:sp>
        <p:nvSpPr>
          <p:cNvPr id="65549" name="Rectangle 13">
            <a:extLst>
              <a:ext uri="{FF2B5EF4-FFF2-40B4-BE49-F238E27FC236}">
                <a16:creationId xmlns:a16="http://schemas.microsoft.com/office/drawing/2014/main" id="{88DD8DC4-2BB1-4003-9080-BF0218114584}"/>
              </a:ext>
            </a:extLst>
          </p:cNvPr>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65550" name="Rectangle 14">
            <a:extLst>
              <a:ext uri="{FF2B5EF4-FFF2-40B4-BE49-F238E27FC236}">
                <a16:creationId xmlns:a16="http://schemas.microsoft.com/office/drawing/2014/main" id="{34371CE7-0EFB-4C11-8EAD-7D2F21832C9B}"/>
              </a:ext>
            </a:extLst>
          </p:cNvPr>
          <p:cNvSpPr>
            <a:spLocks noGrp="1" noChangeArrowheads="1"/>
          </p:cNvSpPr>
          <p:nvPr>
            <p:ph type="dt" sz="half" idx="2"/>
          </p:nvPr>
        </p:nvSpPr>
        <p:spPr>
          <a:xfrm>
            <a:off x="1320800" y="6248400"/>
            <a:ext cx="2540000" cy="457200"/>
          </a:xfrm>
        </p:spPr>
        <p:txBody>
          <a:bodyPr/>
          <a:lstStyle>
            <a:lvl1pPr>
              <a:defRPr>
                <a:solidFill>
                  <a:schemeClr val="bg2"/>
                </a:solidFill>
              </a:defRPr>
            </a:lvl1pPr>
          </a:lstStyle>
          <a:p>
            <a:endParaRPr lang="en-US" altLang="en-US"/>
          </a:p>
        </p:txBody>
      </p:sp>
      <p:sp>
        <p:nvSpPr>
          <p:cNvPr id="65551" name="Rectangle 15">
            <a:extLst>
              <a:ext uri="{FF2B5EF4-FFF2-40B4-BE49-F238E27FC236}">
                <a16:creationId xmlns:a16="http://schemas.microsoft.com/office/drawing/2014/main" id="{A2E5BF25-7472-4E05-B1A4-7E0055CE362B}"/>
              </a:ext>
            </a:extLst>
          </p:cNvPr>
          <p:cNvSpPr>
            <a:spLocks noGrp="1" noChangeArrowheads="1"/>
          </p:cNvSpPr>
          <p:nvPr>
            <p:ph type="ftr" sz="quarter" idx="3"/>
          </p:nvPr>
        </p:nvSpPr>
        <p:spPr>
          <a:xfrm>
            <a:off x="4572000" y="6248400"/>
            <a:ext cx="3860800" cy="457200"/>
          </a:xfrm>
        </p:spPr>
        <p:txBody>
          <a:bodyPr/>
          <a:lstStyle>
            <a:lvl1pPr>
              <a:defRPr>
                <a:solidFill>
                  <a:schemeClr val="bg2"/>
                </a:solidFill>
              </a:defRPr>
            </a:lvl1pPr>
          </a:lstStyle>
          <a:p>
            <a:endParaRPr lang="en-US" altLang="en-US"/>
          </a:p>
        </p:txBody>
      </p:sp>
      <p:sp>
        <p:nvSpPr>
          <p:cNvPr id="65552" name="Rectangle 16">
            <a:extLst>
              <a:ext uri="{FF2B5EF4-FFF2-40B4-BE49-F238E27FC236}">
                <a16:creationId xmlns:a16="http://schemas.microsoft.com/office/drawing/2014/main" id="{0877EB98-5489-4B8A-A7B0-69DABCF15D47}"/>
              </a:ext>
            </a:extLst>
          </p:cNvPr>
          <p:cNvSpPr>
            <a:spLocks noGrp="1" noChangeArrowheads="1"/>
          </p:cNvSpPr>
          <p:nvPr>
            <p:ph type="sldNum" sz="quarter" idx="4"/>
          </p:nvPr>
        </p:nvSpPr>
        <p:spPr>
          <a:xfrm>
            <a:off x="9144000" y="6248400"/>
            <a:ext cx="2540000" cy="457200"/>
          </a:xfrm>
        </p:spPr>
        <p:txBody>
          <a:bodyPr/>
          <a:lstStyle>
            <a:lvl1pPr>
              <a:defRPr>
                <a:solidFill>
                  <a:schemeClr val="bg2"/>
                </a:solidFill>
              </a:defRPr>
            </a:lvl1pPr>
          </a:lstStyle>
          <a:p>
            <a:fld id="{39F28314-459D-41BD-A2F9-DD818456B2EF}" type="slidenum">
              <a:rPr lang="en-US" altLang="en-US"/>
              <a:pPr/>
              <a:t>‹#›</a:t>
            </a:fld>
            <a:endParaRPr lang="en-US" altLang="en-US"/>
          </a:p>
        </p:txBody>
      </p:sp>
    </p:spTree>
    <p:extLst>
      <p:ext uri="{BB962C8B-B14F-4D97-AF65-F5344CB8AC3E}">
        <p14:creationId xmlns:p14="http://schemas.microsoft.com/office/powerpoint/2010/main" val="1814141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51F92-7884-47ED-BB93-256B7A4880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5733A1-3D0D-477C-BC97-D78CEDF0535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2C5A39-A68C-41CD-956B-D0BC32DFA693}"/>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15863A9-D8D8-4E45-BA74-5BA11931F59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50433B6-0C15-4C42-AA49-28DF46298506}"/>
              </a:ext>
            </a:extLst>
          </p:cNvPr>
          <p:cNvSpPr>
            <a:spLocks noGrp="1"/>
          </p:cNvSpPr>
          <p:nvPr>
            <p:ph type="sldNum" sz="quarter" idx="12"/>
          </p:nvPr>
        </p:nvSpPr>
        <p:spPr/>
        <p:txBody>
          <a:bodyPr/>
          <a:lstStyle>
            <a:lvl1pPr>
              <a:defRPr/>
            </a:lvl1pPr>
          </a:lstStyle>
          <a:p>
            <a:fld id="{F1E21774-6E71-42B5-BB55-5445735F6AD1}" type="slidenum">
              <a:rPr lang="en-US" altLang="en-US"/>
              <a:pPr/>
              <a:t>‹#›</a:t>
            </a:fld>
            <a:endParaRPr lang="en-US" altLang="en-US"/>
          </a:p>
        </p:txBody>
      </p:sp>
    </p:spTree>
    <p:extLst>
      <p:ext uri="{BB962C8B-B14F-4D97-AF65-F5344CB8AC3E}">
        <p14:creationId xmlns:p14="http://schemas.microsoft.com/office/powerpoint/2010/main" val="673950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B809F-29C7-4951-A236-C15CDD614F16}"/>
              </a:ext>
            </a:extLst>
          </p:cNvPr>
          <p:cNvSpPr>
            <a:spLocks noGrp="1"/>
          </p:cNvSpPr>
          <p:nvPr>
            <p:ph type="title"/>
          </p:nvPr>
        </p:nvSpPr>
        <p:spPr>
          <a:xfrm>
            <a:off x="831851" y="1709739"/>
            <a:ext cx="105156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38E5B3-8525-4317-9FF1-6B0E634DEB94}"/>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a:extLst>
              <a:ext uri="{FF2B5EF4-FFF2-40B4-BE49-F238E27FC236}">
                <a16:creationId xmlns:a16="http://schemas.microsoft.com/office/drawing/2014/main" id="{1FCA4BD2-2203-47A9-86CD-3B84527365A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EE0A151-CEF5-411E-8701-3E9E6C7915AA}"/>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68C4254-E05F-49A7-8CD9-C9FC49EDD6C3}"/>
              </a:ext>
            </a:extLst>
          </p:cNvPr>
          <p:cNvSpPr>
            <a:spLocks noGrp="1"/>
          </p:cNvSpPr>
          <p:nvPr>
            <p:ph type="sldNum" sz="quarter" idx="12"/>
          </p:nvPr>
        </p:nvSpPr>
        <p:spPr/>
        <p:txBody>
          <a:bodyPr/>
          <a:lstStyle>
            <a:lvl1pPr>
              <a:defRPr/>
            </a:lvl1pPr>
          </a:lstStyle>
          <a:p>
            <a:fld id="{A568437B-3956-4490-B870-D9B8DDAE8752}" type="slidenum">
              <a:rPr lang="en-US" altLang="en-US"/>
              <a:pPr/>
              <a:t>‹#›</a:t>
            </a:fld>
            <a:endParaRPr lang="en-US" altLang="en-US"/>
          </a:p>
        </p:txBody>
      </p:sp>
    </p:spTree>
    <p:extLst>
      <p:ext uri="{BB962C8B-B14F-4D97-AF65-F5344CB8AC3E}">
        <p14:creationId xmlns:p14="http://schemas.microsoft.com/office/powerpoint/2010/main" val="71233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2FC0-39C2-4BD5-86D7-DB01DE8215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B4DAD9-793B-4127-980A-21DB2721C9A6}"/>
              </a:ext>
            </a:extLst>
          </p:cNvPr>
          <p:cNvSpPr>
            <a:spLocks noGrp="1"/>
          </p:cNvSpPr>
          <p:nvPr>
            <p:ph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BC9D76-93FD-4059-8EFC-AD1A32B76774}"/>
              </a:ext>
            </a:extLst>
          </p:cNvPr>
          <p:cNvSpPr>
            <a:spLocks noGrp="1"/>
          </p:cNvSpPr>
          <p:nvPr>
            <p:ph sz="half" idx="2"/>
          </p:nvPr>
        </p:nvSpPr>
        <p:spPr>
          <a:xfrm>
            <a:off x="68601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994A2E-1E98-4AFA-B58D-5C940C20F945}"/>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AE1D4F1-7ACD-4314-9600-8337BB20CCF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6F073EEB-73C5-4862-89F4-BCAF763B7006}"/>
              </a:ext>
            </a:extLst>
          </p:cNvPr>
          <p:cNvSpPr>
            <a:spLocks noGrp="1"/>
          </p:cNvSpPr>
          <p:nvPr>
            <p:ph type="sldNum" sz="quarter" idx="12"/>
          </p:nvPr>
        </p:nvSpPr>
        <p:spPr/>
        <p:txBody>
          <a:bodyPr/>
          <a:lstStyle>
            <a:lvl1pPr>
              <a:defRPr/>
            </a:lvl1pPr>
          </a:lstStyle>
          <a:p>
            <a:fld id="{CCF14CE7-CA75-4469-B3C0-DD9EBA34E981}" type="slidenum">
              <a:rPr lang="en-US" altLang="en-US"/>
              <a:pPr/>
              <a:t>‹#›</a:t>
            </a:fld>
            <a:endParaRPr lang="en-US" altLang="en-US"/>
          </a:p>
        </p:txBody>
      </p:sp>
    </p:spTree>
    <p:extLst>
      <p:ext uri="{BB962C8B-B14F-4D97-AF65-F5344CB8AC3E}">
        <p14:creationId xmlns:p14="http://schemas.microsoft.com/office/powerpoint/2010/main" val="2100256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A7CEA-5199-4EB5-991F-B90832A99729}"/>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7A5EE6-8A6D-471B-9ED5-D14520A82C73}"/>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1F31803-1A4A-41B1-AA61-B08AEF19662F}"/>
              </a:ext>
            </a:extLst>
          </p:cNvPr>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E15BC6-017B-44CE-8C3E-BA11792B07AD}"/>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1015C11-2912-4E54-BEB1-1B375DBD5834}"/>
              </a:ext>
            </a:extLst>
          </p:cNvPr>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E307EA-D4BC-4E4B-BC1C-9A13BDA619AA}"/>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D78CC92F-28A0-4C13-AD7A-8737CE1A3376}"/>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F2EDBE0F-FD52-47DE-94BD-7B4DCBC0E00E}"/>
              </a:ext>
            </a:extLst>
          </p:cNvPr>
          <p:cNvSpPr>
            <a:spLocks noGrp="1"/>
          </p:cNvSpPr>
          <p:nvPr>
            <p:ph type="sldNum" sz="quarter" idx="12"/>
          </p:nvPr>
        </p:nvSpPr>
        <p:spPr/>
        <p:txBody>
          <a:bodyPr/>
          <a:lstStyle>
            <a:lvl1pPr>
              <a:defRPr/>
            </a:lvl1pPr>
          </a:lstStyle>
          <a:p>
            <a:fld id="{0C3D79BB-C98C-4A5F-9E14-A3834951805E}" type="slidenum">
              <a:rPr lang="en-US" altLang="en-US"/>
              <a:pPr/>
              <a:t>‹#›</a:t>
            </a:fld>
            <a:endParaRPr lang="en-US" altLang="en-US"/>
          </a:p>
        </p:txBody>
      </p:sp>
    </p:spTree>
    <p:extLst>
      <p:ext uri="{BB962C8B-B14F-4D97-AF65-F5344CB8AC3E}">
        <p14:creationId xmlns:p14="http://schemas.microsoft.com/office/powerpoint/2010/main" val="293847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AF60A-99C4-4CE1-AFD0-D98E21B0FF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E89432-C6BD-426F-9AB5-F31DD6A485BD}"/>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0DE6DC0B-FE51-4D26-884F-D83FA935271C}"/>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0C3801F-D425-4ED9-9D1E-8350A4FDDCCC}"/>
              </a:ext>
            </a:extLst>
          </p:cNvPr>
          <p:cNvSpPr>
            <a:spLocks noGrp="1"/>
          </p:cNvSpPr>
          <p:nvPr>
            <p:ph type="sldNum" sz="quarter" idx="12"/>
          </p:nvPr>
        </p:nvSpPr>
        <p:spPr/>
        <p:txBody>
          <a:bodyPr/>
          <a:lstStyle>
            <a:lvl1pPr>
              <a:defRPr/>
            </a:lvl1pPr>
          </a:lstStyle>
          <a:p>
            <a:fld id="{60D7C58F-B5CC-431E-9D01-5271585BCEB6}" type="slidenum">
              <a:rPr lang="en-US" altLang="en-US"/>
              <a:pPr/>
              <a:t>‹#›</a:t>
            </a:fld>
            <a:endParaRPr lang="en-US" altLang="en-US"/>
          </a:p>
        </p:txBody>
      </p:sp>
    </p:spTree>
    <p:extLst>
      <p:ext uri="{BB962C8B-B14F-4D97-AF65-F5344CB8AC3E}">
        <p14:creationId xmlns:p14="http://schemas.microsoft.com/office/powerpoint/2010/main" val="3211124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B21EC-2243-48EC-9D9B-52D56CA4081E}"/>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D8681EFF-BA5F-4965-89B4-A1899AFA296E}"/>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259F4529-7D9A-4EF0-9FD5-EDEC6807C8C4}"/>
              </a:ext>
            </a:extLst>
          </p:cNvPr>
          <p:cNvSpPr>
            <a:spLocks noGrp="1"/>
          </p:cNvSpPr>
          <p:nvPr>
            <p:ph type="sldNum" sz="quarter" idx="12"/>
          </p:nvPr>
        </p:nvSpPr>
        <p:spPr/>
        <p:txBody>
          <a:bodyPr/>
          <a:lstStyle>
            <a:lvl1pPr>
              <a:defRPr/>
            </a:lvl1pPr>
          </a:lstStyle>
          <a:p>
            <a:fld id="{64DB7F99-2086-4BE6-B794-2269977524DD}" type="slidenum">
              <a:rPr lang="en-US" altLang="en-US"/>
              <a:pPr/>
              <a:t>‹#›</a:t>
            </a:fld>
            <a:endParaRPr lang="en-US" altLang="en-US"/>
          </a:p>
        </p:txBody>
      </p:sp>
    </p:spTree>
    <p:extLst>
      <p:ext uri="{BB962C8B-B14F-4D97-AF65-F5344CB8AC3E}">
        <p14:creationId xmlns:p14="http://schemas.microsoft.com/office/powerpoint/2010/main" val="3556666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83D9-B8A5-4A77-97AB-E5DEF49E3E73}"/>
              </a:ext>
            </a:extLst>
          </p:cNvPr>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44779B-21B5-413A-B50E-3ED2C324A755}"/>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89BA5-EB95-42AA-B9B6-904AF9FE692C}"/>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801A95-065A-4585-8DCA-EB59E7345C98}"/>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7BD4A34A-1020-4BB7-9D71-48D6A733DA7A}"/>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3EB2FAA-44D0-4DAA-BF0F-286F43B4E9F4}"/>
              </a:ext>
            </a:extLst>
          </p:cNvPr>
          <p:cNvSpPr>
            <a:spLocks noGrp="1"/>
          </p:cNvSpPr>
          <p:nvPr>
            <p:ph type="sldNum" sz="quarter" idx="12"/>
          </p:nvPr>
        </p:nvSpPr>
        <p:spPr/>
        <p:txBody>
          <a:bodyPr/>
          <a:lstStyle>
            <a:lvl1pPr>
              <a:defRPr/>
            </a:lvl1pPr>
          </a:lstStyle>
          <a:p>
            <a:fld id="{D38982EA-F097-4DA8-9FA2-50CE12F0A812}" type="slidenum">
              <a:rPr lang="en-US" altLang="en-US"/>
              <a:pPr/>
              <a:t>‹#›</a:t>
            </a:fld>
            <a:endParaRPr lang="en-US" altLang="en-US"/>
          </a:p>
        </p:txBody>
      </p:sp>
    </p:spTree>
    <p:extLst>
      <p:ext uri="{BB962C8B-B14F-4D97-AF65-F5344CB8AC3E}">
        <p14:creationId xmlns:p14="http://schemas.microsoft.com/office/powerpoint/2010/main" val="39536236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3825-1016-42D3-90C7-BF1E283024F6}"/>
              </a:ext>
            </a:extLst>
          </p:cNvPr>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AB13A0-0F3D-40ED-9670-34C2E1FC9A7D}"/>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585A4B-908F-447A-BEB1-4770E63C7952}"/>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9F7136-1849-4E4F-B290-0D6895A04BD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93C9914-F258-463F-BE43-9FDB859BFA0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55ABE7A-8E3E-4518-8A1F-6648A4AF0424}"/>
              </a:ext>
            </a:extLst>
          </p:cNvPr>
          <p:cNvSpPr>
            <a:spLocks noGrp="1"/>
          </p:cNvSpPr>
          <p:nvPr>
            <p:ph type="sldNum" sz="quarter" idx="12"/>
          </p:nvPr>
        </p:nvSpPr>
        <p:spPr/>
        <p:txBody>
          <a:bodyPr/>
          <a:lstStyle>
            <a:lvl1pPr>
              <a:defRPr/>
            </a:lvl1pPr>
          </a:lstStyle>
          <a:p>
            <a:fld id="{3347BB30-F1CF-4E79-B3E9-57D18C7C331A}" type="slidenum">
              <a:rPr lang="en-US" altLang="en-US"/>
              <a:pPr/>
              <a:t>‹#›</a:t>
            </a:fld>
            <a:endParaRPr lang="en-US" altLang="en-US"/>
          </a:p>
        </p:txBody>
      </p:sp>
    </p:spTree>
    <p:extLst>
      <p:ext uri="{BB962C8B-B14F-4D97-AF65-F5344CB8AC3E}">
        <p14:creationId xmlns:p14="http://schemas.microsoft.com/office/powerpoint/2010/main" val="7130225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77F93-C429-4CDD-BFC8-A23F2C8B8B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CB9962-797A-4790-BA92-F3329DE7441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9B3E5-0B2E-46FF-847A-ED12C7F8F134}"/>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62171A6-B644-4EBD-9D92-D99006D0B3D4}"/>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C3D938B-D81D-4B64-9EC8-031343312AB2}"/>
              </a:ext>
            </a:extLst>
          </p:cNvPr>
          <p:cNvSpPr>
            <a:spLocks noGrp="1"/>
          </p:cNvSpPr>
          <p:nvPr>
            <p:ph type="sldNum" sz="quarter" idx="12"/>
          </p:nvPr>
        </p:nvSpPr>
        <p:spPr/>
        <p:txBody>
          <a:bodyPr/>
          <a:lstStyle>
            <a:lvl1pPr>
              <a:defRPr/>
            </a:lvl1pPr>
          </a:lstStyle>
          <a:p>
            <a:fld id="{6C6AEAAE-435D-4350-87E3-ADDFC29FF7D5}" type="slidenum">
              <a:rPr lang="en-US" altLang="en-US"/>
              <a:pPr/>
              <a:t>‹#›</a:t>
            </a:fld>
            <a:endParaRPr lang="en-US" altLang="en-US"/>
          </a:p>
        </p:txBody>
      </p:sp>
    </p:spTree>
    <p:extLst>
      <p:ext uri="{BB962C8B-B14F-4D97-AF65-F5344CB8AC3E}">
        <p14:creationId xmlns:p14="http://schemas.microsoft.com/office/powerpoint/2010/main" val="4145782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5A87B2-1F15-4806-A88A-CC5499D140C2}"/>
              </a:ext>
            </a:extLst>
          </p:cNvPr>
          <p:cNvSpPr>
            <a:spLocks noGrp="1"/>
          </p:cNvSpPr>
          <p:nvPr>
            <p:ph type="title" orient="vert"/>
          </p:nvPr>
        </p:nvSpPr>
        <p:spPr>
          <a:xfrm>
            <a:off x="9338733" y="617539"/>
            <a:ext cx="2601384" cy="55149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F1CAF9-7869-45A1-94B8-4303B83FDFAE}"/>
              </a:ext>
            </a:extLst>
          </p:cNvPr>
          <p:cNvSpPr>
            <a:spLocks noGrp="1"/>
          </p:cNvSpPr>
          <p:nvPr>
            <p:ph type="body" orient="vert" idx="1"/>
          </p:nvPr>
        </p:nvSpPr>
        <p:spPr>
          <a:xfrm>
            <a:off x="1534584" y="617539"/>
            <a:ext cx="7600949" cy="55149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164D8E-4F17-4816-95EC-B50B3146D6E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82F54D4-6C67-4BD9-AEB6-9461350BF97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3668B88-33A3-4E39-9F6B-9ABF55943769}"/>
              </a:ext>
            </a:extLst>
          </p:cNvPr>
          <p:cNvSpPr>
            <a:spLocks noGrp="1"/>
          </p:cNvSpPr>
          <p:nvPr>
            <p:ph type="sldNum" sz="quarter" idx="12"/>
          </p:nvPr>
        </p:nvSpPr>
        <p:spPr/>
        <p:txBody>
          <a:bodyPr/>
          <a:lstStyle>
            <a:lvl1pPr>
              <a:defRPr/>
            </a:lvl1pPr>
          </a:lstStyle>
          <a:p>
            <a:fld id="{206C0061-D147-459B-9853-F5DF1BB428FD}" type="slidenum">
              <a:rPr lang="en-US" altLang="en-US"/>
              <a:pPr/>
              <a:t>‹#›</a:t>
            </a:fld>
            <a:endParaRPr lang="en-US" altLang="en-US"/>
          </a:p>
        </p:txBody>
      </p:sp>
    </p:spTree>
    <p:extLst>
      <p:ext uri="{BB962C8B-B14F-4D97-AF65-F5344CB8AC3E}">
        <p14:creationId xmlns:p14="http://schemas.microsoft.com/office/powerpoint/2010/main" val="2661931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08816"/>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57838"/>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37600" y="6289823"/>
            <a:ext cx="2844800" cy="365125"/>
          </a:xfrm>
          <a:prstGeom prst="rect">
            <a:avLst/>
          </a:prstGeom>
        </p:spPr>
        <p:txBody>
          <a:bodyPr vert="horz" lIns="91440" tIns="45720" rIns="91440" bIns="45720" rtlCol="0" anchor="ctr"/>
          <a:lstStyle>
            <a:lvl1pPr algn="r">
              <a:defRPr sz="1200" baseline="0">
                <a:solidFill>
                  <a:schemeClr val="tx1"/>
                </a:solidFill>
              </a:defRPr>
            </a:lvl1pPr>
          </a:lstStyle>
          <a:p>
            <a:fld id="{07318160-7599-154C-A819-7F1195988480}" type="datetimeFigureOut">
              <a:rPr lang="en-US" smtClean="0"/>
              <a:pPr/>
              <a:t>7/28/2026</a:t>
            </a:fld>
            <a:endParaRPr lang="en-US" dirty="0"/>
          </a:p>
        </p:txBody>
      </p:sp>
    </p:spTree>
    <p:extLst>
      <p:ext uri="{BB962C8B-B14F-4D97-AF65-F5344CB8AC3E}">
        <p14:creationId xmlns:p14="http://schemas.microsoft.com/office/powerpoint/2010/main" val="314012679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80" r:id="rId8"/>
    <p:sldLayoutId id="2147483678" r:id="rId9"/>
    <p:sldLayoutId id="2147483679" r:id="rId10"/>
  </p:sldLayoutIdLst>
  <p:txStyles>
    <p:titleStyle>
      <a:lvl1pPr algn="ctr" defTabSz="457200" rtl="0" eaLnBrk="1" latinLnBrk="0" hangingPunct="1">
        <a:spcBef>
          <a:spcPct val="0"/>
        </a:spcBef>
        <a:buNone/>
        <a:defRPr sz="4400" b="1" kern="1200" baseline="0">
          <a:solidFill>
            <a:srgbClr val="00583D"/>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F8379867-2A61-49B5-B3F5-69F903356333}"/>
              </a:ext>
            </a:extLst>
          </p:cNvPr>
          <p:cNvSpPr>
            <a:spLocks noChangeArrowheads="1"/>
          </p:cNvSpPr>
          <p:nvPr/>
        </p:nvSpPr>
        <p:spPr bwMode="ltGray">
          <a:xfrm>
            <a:off x="556684" y="1098551"/>
            <a:ext cx="58420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15" name="Rectangle 3">
            <a:extLst>
              <a:ext uri="{FF2B5EF4-FFF2-40B4-BE49-F238E27FC236}">
                <a16:creationId xmlns:a16="http://schemas.microsoft.com/office/drawing/2014/main" id="{0651CE38-B196-4375-A3F2-884593BE1713}"/>
              </a:ext>
            </a:extLst>
          </p:cNvPr>
          <p:cNvSpPr>
            <a:spLocks noChangeArrowheads="1"/>
          </p:cNvSpPr>
          <p:nvPr/>
        </p:nvSpPr>
        <p:spPr bwMode="ltGray">
          <a:xfrm>
            <a:off x="1066801" y="1098551"/>
            <a:ext cx="438151"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16" name="Rectangle 4">
            <a:extLst>
              <a:ext uri="{FF2B5EF4-FFF2-40B4-BE49-F238E27FC236}">
                <a16:creationId xmlns:a16="http://schemas.microsoft.com/office/drawing/2014/main" id="{ABD5343E-8A62-4AAE-A9A7-236CCF5A32C4}"/>
              </a:ext>
            </a:extLst>
          </p:cNvPr>
          <p:cNvSpPr>
            <a:spLocks noChangeArrowheads="1"/>
          </p:cNvSpPr>
          <p:nvPr/>
        </p:nvSpPr>
        <p:spPr bwMode="ltGray">
          <a:xfrm>
            <a:off x="721785" y="1520826"/>
            <a:ext cx="563033"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17" name="Rectangle 5">
            <a:extLst>
              <a:ext uri="{FF2B5EF4-FFF2-40B4-BE49-F238E27FC236}">
                <a16:creationId xmlns:a16="http://schemas.microsoft.com/office/drawing/2014/main" id="{FC719B83-EEBA-4FF1-8B50-286E36D4A242}"/>
              </a:ext>
            </a:extLst>
          </p:cNvPr>
          <p:cNvSpPr>
            <a:spLocks noChangeArrowheads="1"/>
          </p:cNvSpPr>
          <p:nvPr/>
        </p:nvSpPr>
        <p:spPr bwMode="ltGray">
          <a:xfrm>
            <a:off x="1214967" y="1520826"/>
            <a:ext cx="491067"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18" name="Rectangle 6">
            <a:extLst>
              <a:ext uri="{FF2B5EF4-FFF2-40B4-BE49-F238E27FC236}">
                <a16:creationId xmlns:a16="http://schemas.microsoft.com/office/drawing/2014/main" id="{ECA8A257-FBFB-4709-9924-7FC72B1B8213}"/>
              </a:ext>
            </a:extLst>
          </p:cNvPr>
          <p:cNvSpPr>
            <a:spLocks noChangeArrowheads="1"/>
          </p:cNvSpPr>
          <p:nvPr/>
        </p:nvSpPr>
        <p:spPr bwMode="ltGray">
          <a:xfrm>
            <a:off x="169333" y="1447801"/>
            <a:ext cx="747184"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19" name="Rectangle 7">
            <a:extLst>
              <a:ext uri="{FF2B5EF4-FFF2-40B4-BE49-F238E27FC236}">
                <a16:creationId xmlns:a16="http://schemas.microsoft.com/office/drawing/2014/main" id="{9A8B10CF-085F-4A47-8BB3-E4300D50FA5B}"/>
              </a:ext>
            </a:extLst>
          </p:cNvPr>
          <p:cNvSpPr>
            <a:spLocks noChangeArrowheads="1"/>
          </p:cNvSpPr>
          <p:nvPr/>
        </p:nvSpPr>
        <p:spPr bwMode="gray">
          <a:xfrm>
            <a:off x="1016000" y="990601"/>
            <a:ext cx="42333"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20" name="Rectangle 8">
            <a:extLst>
              <a:ext uri="{FF2B5EF4-FFF2-40B4-BE49-F238E27FC236}">
                <a16:creationId xmlns:a16="http://schemas.microsoft.com/office/drawing/2014/main" id="{31B6EA5E-BAEF-4D04-81C5-4828AB596AE3}"/>
              </a:ext>
            </a:extLst>
          </p:cNvPr>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1800"/>
          </a:p>
        </p:txBody>
      </p:sp>
      <p:sp>
        <p:nvSpPr>
          <p:cNvPr id="64521" name="Rectangle 9">
            <a:extLst>
              <a:ext uri="{FF2B5EF4-FFF2-40B4-BE49-F238E27FC236}">
                <a16:creationId xmlns:a16="http://schemas.microsoft.com/office/drawing/2014/main" id="{8235E184-DF64-4026-9151-F3C283A10FE0}"/>
              </a:ext>
            </a:extLst>
          </p:cNvPr>
          <p:cNvSpPr>
            <a:spLocks noGrp="1" noChangeArrowheads="1"/>
          </p:cNvSpPr>
          <p:nvPr>
            <p:ph type="title"/>
          </p:nvPr>
        </p:nvSpPr>
        <p:spPr bwMode="auto">
          <a:xfrm>
            <a:off x="1534585" y="617538"/>
            <a:ext cx="10390716"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4522" name="Rectangle 10">
            <a:extLst>
              <a:ext uri="{FF2B5EF4-FFF2-40B4-BE49-F238E27FC236}">
                <a16:creationId xmlns:a16="http://schemas.microsoft.com/office/drawing/2014/main" id="{34DC5090-EE8F-4771-A148-E9FBCF8966EC}"/>
              </a:ext>
            </a:extLst>
          </p:cNvPr>
          <p:cNvSpPr>
            <a:spLocks noGrp="1" noChangeArrowheads="1"/>
          </p:cNvSpPr>
          <p:nvPr>
            <p:ph type="body" idx="1"/>
          </p:nvPr>
        </p:nvSpPr>
        <p:spPr bwMode="auto">
          <a:xfrm>
            <a:off x="1576917" y="2017713"/>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4523" name="Rectangle 11">
            <a:extLst>
              <a:ext uri="{FF2B5EF4-FFF2-40B4-BE49-F238E27FC236}">
                <a16:creationId xmlns:a16="http://schemas.microsoft.com/office/drawing/2014/main" id="{7A1D385C-BA74-41D5-96BE-1E1BE258BC07}"/>
              </a:ext>
            </a:extLst>
          </p:cNvPr>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vl1pPr>
          </a:lstStyle>
          <a:p>
            <a:endParaRPr lang="en-US" altLang="en-US"/>
          </a:p>
        </p:txBody>
      </p:sp>
      <p:sp>
        <p:nvSpPr>
          <p:cNvPr id="64524" name="Rectangle 12">
            <a:extLst>
              <a:ext uri="{FF2B5EF4-FFF2-40B4-BE49-F238E27FC236}">
                <a16:creationId xmlns:a16="http://schemas.microsoft.com/office/drawing/2014/main" id="{606D5B7D-3EBB-4147-B37E-AF657149F3DB}"/>
              </a:ext>
            </a:extLst>
          </p:cNvPr>
          <p:cNvSpPr>
            <a:spLocks noGrp="1" noChangeArrowheads="1"/>
          </p:cNvSpPr>
          <p:nvPr>
            <p:ph type="ftr" sz="quarter" idx="3"/>
          </p:nvPr>
        </p:nvSpPr>
        <p:spPr bwMode="auto">
          <a:xfrm>
            <a:off x="4470400" y="63246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lvl1pPr>
          </a:lstStyle>
          <a:p>
            <a:endParaRPr lang="en-US" altLang="en-US"/>
          </a:p>
        </p:txBody>
      </p:sp>
      <p:sp>
        <p:nvSpPr>
          <p:cNvPr id="64525" name="Rectangle 13">
            <a:extLst>
              <a:ext uri="{FF2B5EF4-FFF2-40B4-BE49-F238E27FC236}">
                <a16:creationId xmlns:a16="http://schemas.microsoft.com/office/drawing/2014/main" id="{FFD1B782-ECB6-4E40-B09C-AF86602BB7F3}"/>
              </a:ext>
            </a:extLst>
          </p:cNvPr>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fld id="{74BA45FF-A839-4EEE-8EE2-6ACE348CD250}" type="slidenum">
              <a:rPr lang="en-US" altLang="en-US"/>
              <a:pPr/>
              <a:t>‹#›</a:t>
            </a:fld>
            <a:endParaRPr lang="en-US" altLang="en-US"/>
          </a:p>
        </p:txBody>
      </p:sp>
    </p:spTree>
    <p:extLst>
      <p:ext uri="{BB962C8B-B14F-4D97-AF65-F5344CB8AC3E}">
        <p14:creationId xmlns:p14="http://schemas.microsoft.com/office/powerpoint/2010/main" val="214773478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28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4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0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sea2025python"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pythonanywhere.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python.land/python-tutoria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310.png"/></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3" Type="http://schemas.openxmlformats.org/officeDocument/2006/relationships/hyperlink" Target="https://www.youtube.com/watch?v=yL_-1d9OSdk" TargetMode="External"/><Relationship Id="rId2" Type="http://schemas.openxmlformats.org/officeDocument/2006/relationships/hyperlink" Target="https://isotropic.org/papers/chicken.pdf" TargetMode="External"/><Relationship Id="rId1" Type="http://schemas.openxmlformats.org/officeDocument/2006/relationships/slideLayout" Target="../slideLayouts/slideLayout2.xml"/><Relationship Id="rId4" Type="http://schemas.openxmlformats.org/officeDocument/2006/relationships/hyperlink" Target="https://news.cs.washington.edu/2013/08/14/chicken-chicken-chicken-chicken-chicken/"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D19670-41C8-408C-BFBE-52852F99A3D5}"/>
              </a:ext>
            </a:extLst>
          </p:cNvPr>
          <p:cNvPicPr>
            <a:picLocks noChangeAspect="1"/>
          </p:cNvPicPr>
          <p:nvPr/>
        </p:nvPicPr>
        <p:blipFill>
          <a:blip r:embed="rId2"/>
          <a:stretch>
            <a:fillRect/>
          </a:stretch>
        </p:blipFill>
        <p:spPr>
          <a:xfrm>
            <a:off x="0" y="4385263"/>
            <a:ext cx="3755558" cy="242146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itle 1">
            <a:extLst>
              <a:ext uri="{FF2B5EF4-FFF2-40B4-BE49-F238E27FC236}">
                <a16:creationId xmlns:a16="http://schemas.microsoft.com/office/drawing/2014/main" id="{F554DB0B-084B-4A6A-B1C2-A1C5A240953C}"/>
              </a:ext>
            </a:extLst>
          </p:cNvPr>
          <p:cNvSpPr>
            <a:spLocks noGrp="1"/>
          </p:cNvSpPr>
          <p:nvPr>
            <p:ph type="title"/>
          </p:nvPr>
        </p:nvSpPr>
        <p:spPr>
          <a:xfrm>
            <a:off x="51516" y="3257963"/>
            <a:ext cx="12192000" cy="1143000"/>
          </a:xfrm>
        </p:spPr>
        <p:txBody>
          <a:bodyPr>
            <a:normAutofit fontScale="90000"/>
          </a:bodyPr>
          <a:lstStyle/>
          <a:p>
            <a:r>
              <a:rPr lang="en-US" sz="3000" dirty="0"/>
              <a:t>Pradeeban Kathiravelu, Ph.D.</a:t>
            </a:r>
            <a:br>
              <a:rPr lang="en-US" sz="3000" dirty="0"/>
            </a:br>
            <a:r>
              <a:rPr lang="en-US" sz="2600" dirty="0">
                <a:solidFill>
                  <a:schemeClr val="tx1"/>
                </a:solidFill>
              </a:rPr>
              <a:t>Assistant Professor of Computer Science,</a:t>
            </a:r>
            <a:br>
              <a:rPr lang="en-US" sz="2600" dirty="0">
                <a:solidFill>
                  <a:schemeClr val="tx1"/>
                </a:solidFill>
              </a:rPr>
            </a:br>
            <a:r>
              <a:rPr lang="en-US" sz="2600" dirty="0">
                <a:solidFill>
                  <a:schemeClr val="tx1"/>
                </a:solidFill>
              </a:rPr>
              <a:t>Department of Computer Science and Engineering,</a:t>
            </a:r>
            <a:br>
              <a:rPr lang="en-US" sz="2600" dirty="0">
                <a:solidFill>
                  <a:schemeClr val="tx1"/>
                </a:solidFill>
              </a:rPr>
            </a:br>
            <a:r>
              <a:rPr lang="en-US" sz="2600" dirty="0">
                <a:solidFill>
                  <a:schemeClr val="tx1"/>
                </a:solidFill>
              </a:rPr>
              <a:t>University of Alaska Anchorage.</a:t>
            </a:r>
            <a:br>
              <a:rPr lang="en-US" sz="2600" dirty="0">
                <a:solidFill>
                  <a:schemeClr val="tx1"/>
                </a:solidFill>
              </a:rPr>
            </a:br>
            <a:r>
              <a:rPr lang="en-US" sz="2600" dirty="0">
                <a:solidFill>
                  <a:schemeClr val="tx1"/>
                </a:solidFill>
              </a:rPr>
              <a:t>July 27</a:t>
            </a:r>
            <a:r>
              <a:rPr lang="en-US" sz="2600" baseline="30000" dirty="0">
                <a:solidFill>
                  <a:schemeClr val="tx1"/>
                </a:solidFill>
              </a:rPr>
              <a:t>th</a:t>
            </a:r>
            <a:r>
              <a:rPr lang="en-US" sz="2600" dirty="0">
                <a:solidFill>
                  <a:schemeClr val="tx1"/>
                </a:solidFill>
              </a:rPr>
              <a:t> – 31</a:t>
            </a:r>
            <a:r>
              <a:rPr lang="en-US" sz="2600" baseline="30000" dirty="0">
                <a:solidFill>
                  <a:schemeClr val="tx1"/>
                </a:solidFill>
              </a:rPr>
              <a:t>st</a:t>
            </a:r>
            <a:r>
              <a:rPr lang="en-US" sz="2600" dirty="0">
                <a:solidFill>
                  <a:schemeClr val="tx1"/>
                </a:solidFill>
              </a:rPr>
              <a:t>, 2026.</a:t>
            </a:r>
            <a:br>
              <a:rPr lang="en-US" sz="2600" dirty="0">
                <a:solidFill>
                  <a:schemeClr val="tx1"/>
                </a:solidFill>
              </a:rPr>
            </a:br>
            <a:br>
              <a:rPr lang="en-US" sz="2600" dirty="0">
                <a:solidFill>
                  <a:schemeClr val="tx1"/>
                </a:solidFill>
              </a:rPr>
            </a:br>
            <a:r>
              <a:rPr lang="en-US" sz="2600" dirty="0">
                <a:solidFill>
                  <a:schemeClr val="tx1"/>
                </a:solidFill>
              </a:rPr>
              <a:t>Day 2</a:t>
            </a:r>
            <a:endParaRPr lang="en-US" sz="2600" i="1" dirty="0">
              <a:solidFill>
                <a:schemeClr val="tx1"/>
              </a:solidFill>
              <a:highlight>
                <a:srgbClr val="FFFF00"/>
              </a:highlight>
            </a:endParaRPr>
          </a:p>
        </p:txBody>
      </p:sp>
      <p:sp>
        <p:nvSpPr>
          <p:cNvPr id="8" name="Title 1">
            <a:extLst>
              <a:ext uri="{FF2B5EF4-FFF2-40B4-BE49-F238E27FC236}">
                <a16:creationId xmlns:a16="http://schemas.microsoft.com/office/drawing/2014/main" id="{A5A8C688-EA75-438C-97E5-89A90C1FAC0D}"/>
              </a:ext>
            </a:extLst>
          </p:cNvPr>
          <p:cNvSpPr txBox="1">
            <a:spLocks/>
          </p:cNvSpPr>
          <p:nvPr/>
        </p:nvSpPr>
        <p:spPr>
          <a:xfrm>
            <a:off x="0" y="1032280"/>
            <a:ext cx="12192000" cy="1143000"/>
          </a:xfrm>
          <a:prstGeom prst="rect">
            <a:avLst/>
          </a:prstGeom>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endParaRPr lang="en-US" dirty="0"/>
          </a:p>
          <a:p>
            <a:r>
              <a:rPr lang="en-US" dirty="0"/>
              <a:t>Text-Based Coding: Python</a:t>
            </a:r>
            <a:endParaRPr lang="en-US" i="1" dirty="0"/>
          </a:p>
        </p:txBody>
      </p:sp>
      <p:sp>
        <p:nvSpPr>
          <p:cNvPr id="5" name="Rectangle 4">
            <a:extLst>
              <a:ext uri="{FF2B5EF4-FFF2-40B4-BE49-F238E27FC236}">
                <a16:creationId xmlns:a16="http://schemas.microsoft.com/office/drawing/2014/main" id="{D6C1E57D-EFB8-4E46-A0A3-6D50B2B787C9}"/>
              </a:ext>
            </a:extLst>
          </p:cNvPr>
          <p:cNvSpPr/>
          <p:nvPr/>
        </p:nvSpPr>
        <p:spPr>
          <a:xfrm>
            <a:off x="4322197" y="5819600"/>
            <a:ext cx="6927859" cy="646331"/>
          </a:xfrm>
          <a:prstGeom prst="rect">
            <a:avLst/>
          </a:prstGeom>
        </p:spPr>
        <p:txBody>
          <a:bodyPr wrap="none">
            <a:spAutoFit/>
          </a:bodyPr>
          <a:lstStyle/>
          <a:p>
            <a:r>
              <a:rPr lang="en-US" sz="3600" dirty="0">
                <a:hlinkClick r:id="rId3"/>
              </a:rPr>
              <a:t>https://tinyurl.com/sea2025python</a:t>
            </a:r>
            <a:r>
              <a:rPr lang="en-US" sz="3600" dirty="0"/>
              <a:t> </a:t>
            </a:r>
          </a:p>
        </p:txBody>
      </p:sp>
    </p:spTree>
    <p:extLst>
      <p:ext uri="{BB962C8B-B14F-4D97-AF65-F5344CB8AC3E}">
        <p14:creationId xmlns:p14="http://schemas.microsoft.com/office/powerpoint/2010/main" val="406505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3CCD-E0DA-435E-AAE2-E1772C7A091B}"/>
              </a:ext>
            </a:extLst>
          </p:cNvPr>
          <p:cNvSpPr>
            <a:spLocks noGrp="1"/>
          </p:cNvSpPr>
          <p:nvPr>
            <p:ph type="title"/>
          </p:nvPr>
        </p:nvSpPr>
        <p:spPr>
          <a:xfrm>
            <a:off x="609600" y="102699"/>
            <a:ext cx="10972800" cy="1143000"/>
          </a:xfrm>
        </p:spPr>
        <p:txBody>
          <a:bodyPr/>
          <a:lstStyle/>
          <a:p>
            <a:r>
              <a:rPr lang="en-US" dirty="0"/>
              <a:t>Recap from yesterday</a:t>
            </a:r>
          </a:p>
        </p:txBody>
      </p:sp>
      <p:sp>
        <p:nvSpPr>
          <p:cNvPr id="3" name="Content Placeholder 2">
            <a:extLst>
              <a:ext uri="{FF2B5EF4-FFF2-40B4-BE49-F238E27FC236}">
                <a16:creationId xmlns:a16="http://schemas.microsoft.com/office/drawing/2014/main" id="{0ACF6277-D58C-407E-B850-3E71FFA35E29}"/>
              </a:ext>
            </a:extLst>
          </p:cNvPr>
          <p:cNvSpPr>
            <a:spLocks noGrp="1"/>
          </p:cNvSpPr>
          <p:nvPr>
            <p:ph idx="1"/>
          </p:nvPr>
        </p:nvSpPr>
        <p:spPr>
          <a:xfrm>
            <a:off x="600273" y="976710"/>
            <a:ext cx="11582400" cy="5778592"/>
          </a:xfrm>
        </p:spPr>
        <p:txBody>
          <a:bodyPr>
            <a:normAutofit/>
          </a:bodyPr>
          <a:lstStyle/>
          <a:p>
            <a:r>
              <a:rPr lang="en-US" dirty="0"/>
              <a:t>Overall agenda, timeline, and goals.</a:t>
            </a:r>
          </a:p>
          <a:p>
            <a:r>
              <a:rPr lang="en-US" dirty="0"/>
              <a:t>Coding:</a:t>
            </a:r>
          </a:p>
          <a:p>
            <a:pPr marL="457200" lvl="1" indent="0">
              <a:buNone/>
            </a:pPr>
            <a:r>
              <a:rPr lang="en-US" dirty="0"/>
              <a:t>1) Applications with GUI:</a:t>
            </a:r>
          </a:p>
          <a:p>
            <a:pPr lvl="2"/>
            <a:r>
              <a:rPr lang="en-US" dirty="0" err="1"/>
              <a:t>TicTacToe</a:t>
            </a:r>
            <a:r>
              <a:rPr lang="en-US" dirty="0"/>
              <a:t> game with </a:t>
            </a:r>
            <a:r>
              <a:rPr lang="en-US" dirty="0" err="1"/>
              <a:t>Tkinter</a:t>
            </a:r>
            <a:r>
              <a:rPr lang="en-US" dirty="0"/>
              <a:t> GUI Toolkit for Python.</a:t>
            </a:r>
          </a:p>
          <a:p>
            <a:pPr marL="457200" lvl="1" indent="0">
              <a:buNone/>
            </a:pPr>
            <a:r>
              <a:rPr lang="en-US" dirty="0"/>
              <a:t>2) Data Mining:</a:t>
            </a:r>
          </a:p>
          <a:p>
            <a:pPr lvl="2"/>
            <a:r>
              <a:rPr lang="en-US" dirty="0"/>
              <a:t>Classification with synthetic data, with pandas, </a:t>
            </a:r>
            <a:r>
              <a:rPr lang="en-US" dirty="0" err="1"/>
              <a:t>numpy</a:t>
            </a:r>
            <a:r>
              <a:rPr lang="en-US" dirty="0"/>
              <a:t>, and </a:t>
            </a:r>
            <a:r>
              <a:rPr lang="en-US" dirty="0" err="1"/>
              <a:t>scikit</a:t>
            </a:r>
            <a:r>
              <a:rPr lang="en-US" dirty="0"/>
              <a:t>-learn.</a:t>
            </a:r>
          </a:p>
          <a:p>
            <a:pPr lvl="2"/>
            <a:r>
              <a:rPr lang="en-US" dirty="0"/>
              <a:t>Classification with the breast cancer dataset from </a:t>
            </a:r>
            <a:r>
              <a:rPr lang="en-US" dirty="0" err="1"/>
              <a:t>scikit</a:t>
            </a:r>
            <a:r>
              <a:rPr lang="en-US" dirty="0"/>
              <a:t>-learn with matplotlib.</a:t>
            </a:r>
          </a:p>
          <a:p>
            <a:r>
              <a:rPr lang="en-US" dirty="0"/>
              <a:t>Overall Intro:</a:t>
            </a:r>
          </a:p>
          <a:p>
            <a:pPr lvl="1"/>
            <a:r>
              <a:rPr lang="en-US" dirty="0"/>
              <a:t>Programming and Python.</a:t>
            </a:r>
          </a:p>
          <a:p>
            <a:pPr lvl="1"/>
            <a:r>
              <a:rPr lang="en-US" dirty="0"/>
              <a:t>Data Mining.</a:t>
            </a:r>
          </a:p>
          <a:p>
            <a:pPr lvl="2"/>
            <a:r>
              <a:rPr lang="en-US" dirty="0"/>
              <a:t>Data Mining in Healthcare.</a:t>
            </a:r>
          </a:p>
        </p:txBody>
      </p:sp>
    </p:spTree>
    <p:extLst>
      <p:ext uri="{BB962C8B-B14F-4D97-AF65-F5344CB8AC3E}">
        <p14:creationId xmlns:p14="http://schemas.microsoft.com/office/powerpoint/2010/main" val="2605344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754C-07AC-48F1-BDF2-570DE02F8316}"/>
              </a:ext>
            </a:extLst>
          </p:cNvPr>
          <p:cNvSpPr>
            <a:spLocks noGrp="1"/>
          </p:cNvSpPr>
          <p:nvPr>
            <p:ph type="title"/>
          </p:nvPr>
        </p:nvSpPr>
        <p:spPr/>
        <p:txBody>
          <a:bodyPr/>
          <a:lstStyle/>
          <a:p>
            <a:r>
              <a:rPr lang="en-US" dirty="0"/>
              <a:t>Python Anywhere</a:t>
            </a:r>
          </a:p>
        </p:txBody>
      </p:sp>
      <p:sp>
        <p:nvSpPr>
          <p:cNvPr id="3" name="Content Placeholder 2">
            <a:extLst>
              <a:ext uri="{FF2B5EF4-FFF2-40B4-BE49-F238E27FC236}">
                <a16:creationId xmlns:a16="http://schemas.microsoft.com/office/drawing/2014/main" id="{B5233BEF-ED04-4AA6-A005-2FD2EBE8150C}"/>
              </a:ext>
            </a:extLst>
          </p:cNvPr>
          <p:cNvSpPr>
            <a:spLocks noGrp="1"/>
          </p:cNvSpPr>
          <p:nvPr>
            <p:ph idx="1"/>
          </p:nvPr>
        </p:nvSpPr>
        <p:spPr>
          <a:xfrm>
            <a:off x="609600" y="1657838"/>
            <a:ext cx="11398898" cy="4525963"/>
          </a:xfrm>
        </p:spPr>
        <p:txBody>
          <a:bodyPr/>
          <a:lstStyle/>
          <a:p>
            <a:r>
              <a:rPr lang="en-US" dirty="0">
                <a:hlinkClick r:id="rId2"/>
              </a:rPr>
              <a:t>https://www.pythonanywhere.com</a:t>
            </a:r>
            <a:r>
              <a:rPr lang="en-US" dirty="0"/>
              <a:t> </a:t>
            </a:r>
          </a:p>
          <a:p>
            <a:endParaRPr lang="en-US" dirty="0"/>
          </a:p>
          <a:p>
            <a:r>
              <a:rPr lang="en-US" dirty="0"/>
              <a:t>“Headless” environment.</a:t>
            </a:r>
          </a:p>
          <a:p>
            <a:pPr lvl="1"/>
            <a:r>
              <a:rPr lang="en-US" dirty="0"/>
              <a:t>Server only.</a:t>
            </a:r>
          </a:p>
          <a:p>
            <a:pPr lvl="1"/>
            <a:r>
              <a:rPr lang="en-US" dirty="0"/>
              <a:t>No GUI.</a:t>
            </a:r>
          </a:p>
          <a:p>
            <a:pPr lvl="1"/>
            <a:r>
              <a:rPr lang="en-US" dirty="0"/>
              <a:t>Matplotlib, </a:t>
            </a:r>
            <a:r>
              <a:rPr lang="en-US" dirty="0" err="1"/>
              <a:t>Tkinter</a:t>
            </a:r>
            <a:r>
              <a:rPr lang="en-US" dirty="0"/>
              <a:t>, … GUI Apps (tictactoe.py, health2.py, …) won’t work.</a:t>
            </a:r>
          </a:p>
          <a:p>
            <a:r>
              <a:rPr lang="en-US" dirty="0"/>
              <a:t>Good place to test </a:t>
            </a:r>
            <a:r>
              <a:rPr lang="en-US" dirty="0" err="1"/>
              <a:t>commandline</a:t>
            </a:r>
            <a:r>
              <a:rPr lang="en-US" dirty="0"/>
              <a:t> interface (CLI) applications.</a:t>
            </a:r>
          </a:p>
        </p:txBody>
      </p:sp>
    </p:spTree>
    <p:extLst>
      <p:ext uri="{BB962C8B-B14F-4D97-AF65-F5344CB8AC3E}">
        <p14:creationId xmlns:p14="http://schemas.microsoft.com/office/powerpoint/2010/main" val="29692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D1963-16C2-44DF-92C1-C3BC1941F319}"/>
              </a:ext>
            </a:extLst>
          </p:cNvPr>
          <p:cNvSpPr>
            <a:spLocks noGrp="1"/>
          </p:cNvSpPr>
          <p:nvPr>
            <p:ph type="title"/>
          </p:nvPr>
        </p:nvSpPr>
        <p:spPr/>
        <p:txBody>
          <a:bodyPr/>
          <a:lstStyle/>
          <a:p>
            <a:r>
              <a:rPr lang="en-US" dirty="0"/>
              <a:t>Python Tutorial</a:t>
            </a:r>
          </a:p>
        </p:txBody>
      </p:sp>
      <p:sp>
        <p:nvSpPr>
          <p:cNvPr id="3" name="Content Placeholder 2">
            <a:extLst>
              <a:ext uri="{FF2B5EF4-FFF2-40B4-BE49-F238E27FC236}">
                <a16:creationId xmlns:a16="http://schemas.microsoft.com/office/drawing/2014/main" id="{96B15E50-C570-4D92-BB56-501570E42ADD}"/>
              </a:ext>
            </a:extLst>
          </p:cNvPr>
          <p:cNvSpPr>
            <a:spLocks noGrp="1"/>
          </p:cNvSpPr>
          <p:nvPr>
            <p:ph idx="1"/>
          </p:nvPr>
        </p:nvSpPr>
        <p:spPr/>
        <p:txBody>
          <a:bodyPr/>
          <a:lstStyle/>
          <a:p>
            <a:r>
              <a:rPr lang="en-US" dirty="0">
                <a:hlinkClick r:id="rId2"/>
              </a:rPr>
              <a:t>https://python.land/python-tutorial</a:t>
            </a:r>
            <a:r>
              <a:rPr lang="en-US" dirty="0"/>
              <a:t> </a:t>
            </a:r>
          </a:p>
        </p:txBody>
      </p:sp>
    </p:spTree>
    <p:extLst>
      <p:ext uri="{BB962C8B-B14F-4D97-AF65-F5344CB8AC3E}">
        <p14:creationId xmlns:p14="http://schemas.microsoft.com/office/powerpoint/2010/main" val="284393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8892-D818-4E1F-A8F0-E0B5EF899A7C}"/>
              </a:ext>
            </a:extLst>
          </p:cNvPr>
          <p:cNvSpPr>
            <a:spLocks noGrp="1"/>
          </p:cNvSpPr>
          <p:nvPr>
            <p:ph type="title"/>
          </p:nvPr>
        </p:nvSpPr>
        <p:spPr/>
        <p:txBody>
          <a:bodyPr>
            <a:normAutofit/>
          </a:bodyPr>
          <a:lstStyle/>
          <a:p>
            <a:r>
              <a:rPr lang="en-US" dirty="0"/>
              <a:t>Six thinking hats</a:t>
            </a:r>
            <a:br>
              <a:rPr lang="en-US" dirty="0"/>
            </a:br>
            <a:r>
              <a:rPr lang="en-US" sz="2200" dirty="0"/>
              <a:t>Book by Edward de Bono</a:t>
            </a:r>
            <a:endParaRPr lang="en-US" dirty="0"/>
          </a:p>
        </p:txBody>
      </p:sp>
      <p:pic>
        <p:nvPicPr>
          <p:cNvPr id="1026" name="Picture 2" descr="https://mycoachingtoolkit.com/wp-content/uploads/2024/01/hats-v3-1030x561.png">
            <a:extLst>
              <a:ext uri="{FF2B5EF4-FFF2-40B4-BE49-F238E27FC236}">
                <a16:creationId xmlns:a16="http://schemas.microsoft.com/office/drawing/2014/main" id="{321FE8E9-F2C6-474A-8E21-8DAC99E1249F}"/>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val="0"/>
              </a:ext>
            </a:extLst>
          </a:blip>
          <a:srcRect/>
          <a:stretch>
            <a:fillRect/>
          </a:stretch>
        </p:blipFill>
        <p:spPr bwMode="auto">
          <a:xfrm>
            <a:off x="1941150" y="1657350"/>
            <a:ext cx="830970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53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CB20-738F-4C47-8D10-C2FA14EA6FA3}"/>
              </a:ext>
            </a:extLst>
          </p:cNvPr>
          <p:cNvSpPr>
            <a:spLocks noGrp="1"/>
          </p:cNvSpPr>
          <p:nvPr>
            <p:ph type="title"/>
          </p:nvPr>
        </p:nvSpPr>
        <p:spPr/>
        <p:txBody>
          <a:bodyPr/>
          <a:lstStyle/>
          <a:p>
            <a:r>
              <a:rPr lang="en-US" dirty="0"/>
              <a:t>6+</a:t>
            </a:r>
          </a:p>
        </p:txBody>
      </p:sp>
      <p:sp>
        <p:nvSpPr>
          <p:cNvPr id="3" name="Content Placeholder 2">
            <a:extLst>
              <a:ext uri="{FF2B5EF4-FFF2-40B4-BE49-F238E27FC236}">
                <a16:creationId xmlns:a16="http://schemas.microsoft.com/office/drawing/2014/main" id="{234FB694-AB0D-41DE-9CD7-3CFDB06879CA}"/>
              </a:ext>
            </a:extLst>
          </p:cNvPr>
          <p:cNvSpPr>
            <a:spLocks noGrp="1"/>
          </p:cNvSpPr>
          <p:nvPr>
            <p:ph idx="1"/>
          </p:nvPr>
        </p:nvSpPr>
        <p:spPr/>
        <p:txBody>
          <a:bodyPr/>
          <a:lstStyle/>
          <a:p>
            <a:endParaRPr lang="en-US"/>
          </a:p>
        </p:txBody>
      </p:sp>
      <p:pic>
        <p:nvPicPr>
          <p:cNvPr id="4" name="Picture 3" descr="DeBono's 6 Hats — Agile Moose">
            <a:extLst>
              <a:ext uri="{FF2B5EF4-FFF2-40B4-BE49-F238E27FC236}">
                <a16:creationId xmlns:a16="http://schemas.microsoft.com/office/drawing/2014/main" id="{86892FC6-30C3-4A0B-9E87-7BEB8E19DE04}"/>
              </a:ext>
            </a:extLst>
          </p:cNvPr>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45734" y="1402072"/>
            <a:ext cx="9144262" cy="5270033"/>
          </a:xfrm>
          <a:prstGeom prst="rect">
            <a:avLst/>
          </a:prstGeom>
          <a:noFill/>
          <a:ln>
            <a:noFill/>
          </a:ln>
        </p:spPr>
      </p:pic>
    </p:spTree>
    <p:extLst>
      <p:ext uri="{BB962C8B-B14F-4D97-AF65-F5344CB8AC3E}">
        <p14:creationId xmlns:p14="http://schemas.microsoft.com/office/powerpoint/2010/main" val="3302302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8B4E3-CEC0-4C2C-8D1D-3913BDD5E742}"/>
              </a:ext>
            </a:extLst>
          </p:cNvPr>
          <p:cNvSpPr>
            <a:spLocks noGrp="1"/>
          </p:cNvSpPr>
          <p:nvPr>
            <p:ph type="title"/>
          </p:nvPr>
        </p:nvSpPr>
        <p:spPr>
          <a:xfrm>
            <a:off x="0" y="408816"/>
            <a:ext cx="12192000" cy="1143000"/>
          </a:xfrm>
        </p:spPr>
        <p:txBody>
          <a:bodyPr>
            <a:normAutofit/>
          </a:bodyPr>
          <a:lstStyle/>
          <a:p>
            <a:r>
              <a:rPr lang="en-US" dirty="0"/>
              <a:t>How to make good tech/research presentations?</a:t>
            </a:r>
          </a:p>
        </p:txBody>
      </p:sp>
      <p:sp>
        <p:nvSpPr>
          <p:cNvPr id="3" name="Content Placeholder 2">
            <a:extLst>
              <a:ext uri="{FF2B5EF4-FFF2-40B4-BE49-F238E27FC236}">
                <a16:creationId xmlns:a16="http://schemas.microsoft.com/office/drawing/2014/main" id="{A2C80FBA-9120-4463-AE1F-B87FE72D4D5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93163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D6A1CE-25E5-4C66-92F0-16138BC749B5}"/>
              </a:ext>
            </a:extLst>
          </p:cNvPr>
          <p:cNvSpPr>
            <a:spLocks noGrp="1"/>
          </p:cNvSpPr>
          <p:nvPr>
            <p:ph type="title"/>
          </p:nvPr>
        </p:nvSpPr>
        <p:spPr>
          <a:xfrm>
            <a:off x="609600" y="229911"/>
            <a:ext cx="10972800" cy="1143000"/>
          </a:xfrm>
        </p:spPr>
        <p:txBody>
          <a:bodyPr>
            <a:normAutofit fontScale="90000"/>
          </a:bodyPr>
          <a:lstStyle/>
          <a:p>
            <a:r>
              <a:rPr lang="en-US" dirty="0"/>
              <a:t>Why do people make bad presentations? (1 of 2)</a:t>
            </a:r>
          </a:p>
        </p:txBody>
      </p:sp>
      <p:sp>
        <p:nvSpPr>
          <p:cNvPr id="5" name="Content Placeholder 4">
            <a:extLst>
              <a:ext uri="{FF2B5EF4-FFF2-40B4-BE49-F238E27FC236}">
                <a16:creationId xmlns:a16="http://schemas.microsoft.com/office/drawing/2014/main" id="{11AC0ECA-B2B9-4D32-BE50-8F9ED071995A}"/>
              </a:ext>
            </a:extLst>
          </p:cNvPr>
          <p:cNvSpPr>
            <a:spLocks noGrp="1"/>
          </p:cNvSpPr>
          <p:nvPr>
            <p:ph idx="1"/>
          </p:nvPr>
        </p:nvSpPr>
        <p:spPr>
          <a:xfrm>
            <a:off x="1" y="1166018"/>
            <a:ext cx="12264886" cy="5691982"/>
          </a:xfrm>
        </p:spPr>
        <p:txBody>
          <a:bodyPr>
            <a:normAutofit lnSpcReduction="10000"/>
          </a:bodyPr>
          <a:lstStyle/>
          <a:p>
            <a:r>
              <a:rPr lang="en-US" dirty="0">
                <a:solidFill>
                  <a:srgbClr val="FF0000"/>
                </a:solidFill>
              </a:rPr>
              <a:t>1) Lack of preparation.</a:t>
            </a:r>
          </a:p>
          <a:p>
            <a:pPr lvl="1"/>
            <a:r>
              <a:rPr lang="en-US" dirty="0">
                <a:solidFill>
                  <a:srgbClr val="FF0000"/>
                </a:solidFill>
              </a:rPr>
              <a:t>Not enough time, interest, or practice.</a:t>
            </a:r>
          </a:p>
          <a:p>
            <a:r>
              <a:rPr lang="en-US" dirty="0">
                <a:solidFill>
                  <a:schemeClr val="tx2">
                    <a:lumMod val="75000"/>
                    <a:lumOff val="25000"/>
                  </a:schemeClr>
                </a:solidFill>
                <a:latin typeface="Berlin Sans FB Demi" panose="020E0802020502020306" pitchFamily="34" charset="0"/>
              </a:rPr>
              <a:t>2) “Crea</a:t>
            </a:r>
            <a:r>
              <a:rPr lang="en-US" dirty="0">
                <a:solidFill>
                  <a:schemeClr val="accent5">
                    <a:lumMod val="50000"/>
                  </a:schemeClr>
                </a:solidFill>
                <a:latin typeface="Berlin Sans FB Demi" panose="020E0802020502020306" pitchFamily="34" charset="0"/>
              </a:rPr>
              <a:t>tivity</a:t>
            </a:r>
            <a:r>
              <a:rPr lang="en-US" dirty="0">
                <a:solidFill>
                  <a:schemeClr val="tx2">
                    <a:lumMod val="75000"/>
                    <a:lumOff val="25000"/>
                  </a:schemeClr>
                </a:solidFill>
                <a:latin typeface="Berlin Sans FB Demi" panose="020E0802020502020306" pitchFamily="34" charset="0"/>
              </a:rPr>
              <a:t>.”</a:t>
            </a:r>
          </a:p>
          <a:p>
            <a:pPr lvl="1"/>
            <a:r>
              <a:rPr lang="en-US" dirty="0">
                <a:solidFill>
                  <a:srgbClr val="FF0000"/>
                </a:solidFill>
              </a:rPr>
              <a:t>Creativity is good. But if there is a standard, there could be a reason.</a:t>
            </a:r>
          </a:p>
          <a:p>
            <a:r>
              <a:rPr lang="en-US" dirty="0">
                <a:solidFill>
                  <a:srgbClr val="FF0000"/>
                </a:solidFill>
              </a:rPr>
              <a:t>3) Language barriers.</a:t>
            </a:r>
          </a:p>
          <a:p>
            <a:pPr lvl="1"/>
            <a:r>
              <a:rPr lang="en-US" dirty="0">
                <a:solidFill>
                  <a:srgbClr val="FF0000"/>
                </a:solidFill>
              </a:rPr>
              <a:t>Needs more time/effort to prepare (and attempting to memorize).</a:t>
            </a:r>
          </a:p>
          <a:p>
            <a:r>
              <a:rPr lang="en-US" dirty="0">
                <a:solidFill>
                  <a:srgbClr val="FF0000"/>
                </a:solidFill>
              </a:rPr>
              <a:t>4) Not knowing the subject/topic well.</a:t>
            </a:r>
          </a:p>
          <a:p>
            <a:pPr lvl="1"/>
            <a:r>
              <a:rPr lang="en-US" dirty="0">
                <a:solidFill>
                  <a:srgbClr val="FF0000"/>
                </a:solidFill>
              </a:rPr>
              <a:t>I present my (especially first-author or last-author) papers better than when I present someone else’s.</a:t>
            </a:r>
          </a:p>
          <a:p>
            <a:r>
              <a:rPr lang="en-US" dirty="0">
                <a:solidFill>
                  <a:srgbClr val="FF0000"/>
                </a:solidFill>
              </a:rPr>
              <a:t>5) Not timing it correctly.</a:t>
            </a:r>
          </a:p>
          <a:p>
            <a:pPr lvl="1"/>
            <a:r>
              <a:rPr lang="en-US" dirty="0">
                <a:solidFill>
                  <a:srgbClr val="FF0000"/>
                </a:solidFill>
              </a:rPr>
              <a:t>Class presentations have the luxury to carry it forward to the next class.</a:t>
            </a:r>
          </a:p>
        </p:txBody>
      </p:sp>
    </p:spTree>
    <p:extLst>
      <p:ext uri="{BB962C8B-B14F-4D97-AF65-F5344CB8AC3E}">
        <p14:creationId xmlns:p14="http://schemas.microsoft.com/office/powerpoint/2010/main" val="3644909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87A6-4094-4DAD-AEE9-E75532A3FAA8}"/>
              </a:ext>
            </a:extLst>
          </p:cNvPr>
          <p:cNvSpPr>
            <a:spLocks noGrp="1"/>
          </p:cNvSpPr>
          <p:nvPr>
            <p:ph type="title"/>
          </p:nvPr>
        </p:nvSpPr>
        <p:spPr/>
        <p:txBody>
          <a:bodyPr>
            <a:normAutofit fontScale="90000"/>
          </a:bodyPr>
          <a:lstStyle/>
          <a:p>
            <a:r>
              <a:rPr lang="en-US" dirty="0"/>
              <a:t>Why do people make bad presentations? (2 of 2)</a:t>
            </a:r>
          </a:p>
        </p:txBody>
      </p:sp>
      <p:sp>
        <p:nvSpPr>
          <p:cNvPr id="3" name="Content Placeholder 2">
            <a:extLst>
              <a:ext uri="{FF2B5EF4-FFF2-40B4-BE49-F238E27FC236}">
                <a16:creationId xmlns:a16="http://schemas.microsoft.com/office/drawing/2014/main" id="{C6B5D158-EA7B-47F9-85A2-8060BF5941B2}"/>
              </a:ext>
            </a:extLst>
          </p:cNvPr>
          <p:cNvSpPr>
            <a:spLocks noGrp="1"/>
          </p:cNvSpPr>
          <p:nvPr>
            <p:ph idx="1"/>
          </p:nvPr>
        </p:nvSpPr>
        <p:spPr/>
        <p:txBody>
          <a:bodyPr/>
          <a:lstStyle/>
          <a:p>
            <a:r>
              <a:rPr lang="en-US" dirty="0" err="1">
                <a:solidFill>
                  <a:srgbClr val="FF0000"/>
                </a:solidFill>
              </a:rPr>
              <a:t>Timezone</a:t>
            </a:r>
            <a:r>
              <a:rPr lang="en-US" dirty="0">
                <a:solidFill>
                  <a:srgbClr val="FF0000"/>
                </a:solidFill>
              </a:rPr>
              <a:t> difference.</a:t>
            </a:r>
          </a:p>
          <a:p>
            <a:pPr lvl="1"/>
            <a:r>
              <a:rPr lang="en-US" dirty="0">
                <a:solidFill>
                  <a:srgbClr val="FF0000"/>
                </a:solidFill>
              </a:rPr>
              <a:t>for conference presentations.</a:t>
            </a:r>
          </a:p>
          <a:p>
            <a:r>
              <a:rPr lang="en-US" dirty="0">
                <a:solidFill>
                  <a:srgbClr val="FF0000"/>
                </a:solidFill>
              </a:rPr>
              <a:t>Tiredness, Lack of sleep, and other external/social factors.</a:t>
            </a:r>
          </a:p>
          <a:p>
            <a:r>
              <a:rPr lang="en-US" dirty="0">
                <a:solidFill>
                  <a:srgbClr val="FF0000"/>
                </a:solidFill>
              </a:rPr>
              <a:t>Not knowing the audience.</a:t>
            </a:r>
          </a:p>
          <a:p>
            <a:pPr lvl="1"/>
            <a:r>
              <a:rPr lang="en-US" dirty="0">
                <a:solidFill>
                  <a:srgbClr val="FF0000"/>
                </a:solidFill>
              </a:rPr>
              <a:t>Boring talk/topic and uninterested audience.</a:t>
            </a:r>
          </a:p>
          <a:p>
            <a:r>
              <a:rPr lang="en-US" dirty="0">
                <a:solidFill>
                  <a:srgbClr val="FF0000"/>
                </a:solidFill>
              </a:rPr>
              <a:t>Shy/nervousness.</a:t>
            </a:r>
          </a:p>
          <a:p>
            <a:pPr lvl="1"/>
            <a:r>
              <a:rPr lang="en-US" dirty="0">
                <a:solidFill>
                  <a:srgbClr val="FF0000"/>
                </a:solidFill>
              </a:rPr>
              <a:t>Fear of judgment/audience.</a:t>
            </a:r>
          </a:p>
        </p:txBody>
      </p:sp>
    </p:spTree>
    <p:extLst>
      <p:ext uri="{BB962C8B-B14F-4D97-AF65-F5344CB8AC3E}">
        <p14:creationId xmlns:p14="http://schemas.microsoft.com/office/powerpoint/2010/main" val="2572492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2E4C-46DC-44EE-96CD-610B2BF2E9CB}"/>
              </a:ext>
            </a:extLst>
          </p:cNvPr>
          <p:cNvSpPr>
            <a:spLocks noGrp="1"/>
          </p:cNvSpPr>
          <p:nvPr>
            <p:ph type="title"/>
          </p:nvPr>
        </p:nvSpPr>
        <p:spPr/>
        <p:txBody>
          <a:bodyPr/>
          <a:lstStyle/>
          <a:p>
            <a:r>
              <a:rPr lang="en-US" dirty="0"/>
              <a:t>Some Pointers</a:t>
            </a:r>
          </a:p>
        </p:txBody>
      </p:sp>
      <p:sp>
        <p:nvSpPr>
          <p:cNvPr id="3" name="Content Placeholder 2">
            <a:extLst>
              <a:ext uri="{FF2B5EF4-FFF2-40B4-BE49-F238E27FC236}">
                <a16:creationId xmlns:a16="http://schemas.microsoft.com/office/drawing/2014/main" id="{02C1626A-AEC8-4466-ADA1-5CFAA744899F}"/>
              </a:ext>
            </a:extLst>
          </p:cNvPr>
          <p:cNvSpPr>
            <a:spLocks noGrp="1"/>
          </p:cNvSpPr>
          <p:nvPr>
            <p:ph idx="1"/>
          </p:nvPr>
        </p:nvSpPr>
        <p:spPr>
          <a:xfrm>
            <a:off x="308113" y="1503432"/>
            <a:ext cx="11883887" cy="4525963"/>
          </a:xfrm>
        </p:spPr>
        <p:txBody>
          <a:bodyPr/>
          <a:lstStyle/>
          <a:p>
            <a:r>
              <a:rPr lang="en-US" dirty="0"/>
              <a:t>Practice (repeatedly, if you can!).</a:t>
            </a:r>
          </a:p>
          <a:p>
            <a:r>
              <a:rPr lang="en-US" dirty="0"/>
              <a:t>How important is this presentation for you?</a:t>
            </a:r>
          </a:p>
          <a:p>
            <a:pPr lvl="1"/>
            <a:r>
              <a:rPr lang="en-US" dirty="0"/>
              <a:t>A small class assignment vs. conference presentation vs. career-defining</a:t>
            </a:r>
          </a:p>
          <a:p>
            <a:r>
              <a:rPr lang="en-US" dirty="0"/>
              <a:t>Feel free to drop the complex matters out of the presentation.</a:t>
            </a:r>
          </a:p>
          <a:p>
            <a:pPr lvl="1"/>
            <a:r>
              <a:rPr lang="en-US" dirty="0"/>
              <a:t>But don’t drop everything. Then, your presentation lacks merit.</a:t>
            </a:r>
          </a:p>
          <a:p>
            <a:r>
              <a:rPr lang="en-US" dirty="0"/>
              <a:t>Localize the content to fit the audience and place.</a:t>
            </a:r>
          </a:p>
          <a:p>
            <a:r>
              <a:rPr lang="en-US" dirty="0"/>
              <a:t>Update the content to fit the time (if the topic/presentation is old!).</a:t>
            </a:r>
          </a:p>
          <a:p>
            <a:pPr lvl="1"/>
            <a:endParaRPr lang="en-US" dirty="0"/>
          </a:p>
          <a:p>
            <a:endParaRPr lang="en-US" dirty="0"/>
          </a:p>
        </p:txBody>
      </p:sp>
    </p:spTree>
    <p:extLst>
      <p:ext uri="{BB962C8B-B14F-4D97-AF65-F5344CB8AC3E}">
        <p14:creationId xmlns:p14="http://schemas.microsoft.com/office/powerpoint/2010/main" val="4155947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To Present a Paper </a:t>
            </a:r>
            <a:r>
              <a:rPr lang="sv-SE" dirty="0"/>
              <a:t>(book chapter)</a:t>
            </a:r>
            <a:endParaRPr lang="en-US" dirty="0"/>
          </a:p>
        </p:txBody>
      </p:sp>
      <p:sp>
        <p:nvSpPr>
          <p:cNvPr id="3" name="Subtitle 2"/>
          <p:cNvSpPr>
            <a:spLocks noGrp="1"/>
          </p:cNvSpPr>
          <p:nvPr>
            <p:ph type="subTitle" idx="1"/>
          </p:nvPr>
        </p:nvSpPr>
        <p:spPr/>
        <p:txBody>
          <a:bodyPr/>
          <a:lstStyle/>
          <a:p>
            <a:r>
              <a:rPr lang="lt-LT" dirty="0"/>
              <a:t>Šarūnas</a:t>
            </a:r>
            <a:r>
              <a:rPr lang="en-US" dirty="0"/>
              <a:t> </a:t>
            </a:r>
            <a:r>
              <a:rPr lang="en-US" dirty="0" err="1"/>
              <a:t>Girdzijauskas</a:t>
            </a:r>
            <a:r>
              <a:rPr lang="en-US" dirty="0"/>
              <a:t>, KTH</a:t>
            </a:r>
          </a:p>
        </p:txBody>
      </p:sp>
    </p:spTree>
    <p:extLst>
      <p:ext uri="{BB962C8B-B14F-4D97-AF65-F5344CB8AC3E}">
        <p14:creationId xmlns:p14="http://schemas.microsoft.com/office/powerpoint/2010/main" val="2940446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Presentations</a:t>
            </a:r>
          </a:p>
        </p:txBody>
      </p:sp>
      <p:sp>
        <p:nvSpPr>
          <p:cNvPr id="3" name="Content Placeholder 2"/>
          <p:cNvSpPr>
            <a:spLocks noGrp="1"/>
          </p:cNvSpPr>
          <p:nvPr>
            <p:ph idx="1"/>
          </p:nvPr>
        </p:nvSpPr>
        <p:spPr/>
        <p:txBody>
          <a:bodyPr>
            <a:normAutofit lnSpcReduction="10000"/>
          </a:bodyPr>
          <a:lstStyle/>
          <a:p>
            <a:pPr marL="0" indent="0">
              <a:buNone/>
            </a:pPr>
            <a:r>
              <a:rPr lang="en-US" dirty="0">
                <a:highlight>
                  <a:srgbClr val="FFFF00"/>
                </a:highlight>
              </a:rPr>
              <a:t>This presentation assumes you to have 30 – 35 minutes of presentation and totally 45 minutes in total, including Q&amp;A.</a:t>
            </a:r>
          </a:p>
          <a:p>
            <a:r>
              <a:rPr lang="en-US" dirty="0">
                <a:highlight>
                  <a:srgbClr val="FFFF00"/>
                </a:highlight>
              </a:rPr>
              <a:t>45 min in total (target 30-35 min for your presentation)</a:t>
            </a:r>
          </a:p>
          <a:p>
            <a:pPr marL="0" indent="0">
              <a:buNone/>
            </a:pPr>
            <a:endParaRPr lang="en-US" dirty="0"/>
          </a:p>
          <a:p>
            <a:r>
              <a:rPr lang="en-US" dirty="0"/>
              <a:t>Student presentations are evaluated on:</a:t>
            </a:r>
          </a:p>
          <a:p>
            <a:pPr lvl="1"/>
            <a:r>
              <a:rPr lang="en-US" dirty="0"/>
              <a:t>Slides;</a:t>
            </a:r>
          </a:p>
          <a:p>
            <a:pPr lvl="1"/>
            <a:r>
              <a:rPr lang="en-US" dirty="0"/>
              <a:t>Quality of Presentation;</a:t>
            </a:r>
          </a:p>
          <a:p>
            <a:pPr lvl="1"/>
            <a:r>
              <a:rPr lang="en-US" dirty="0"/>
              <a:t>Paper understanding;</a:t>
            </a:r>
          </a:p>
          <a:p>
            <a:pPr lvl="1"/>
            <a:r>
              <a:rPr lang="en-US" dirty="0"/>
              <a:t>Question Answering.</a:t>
            </a:r>
          </a:p>
          <a:p>
            <a:endParaRPr lang="en-US" dirty="0"/>
          </a:p>
          <a:p>
            <a:endParaRPr lang="en-US" dirty="0"/>
          </a:p>
          <a:p>
            <a:endParaRPr lang="en-US" dirty="0"/>
          </a:p>
        </p:txBody>
      </p:sp>
    </p:spTree>
    <p:extLst>
      <p:ext uri="{BB962C8B-B14F-4D97-AF65-F5344CB8AC3E}">
        <p14:creationId xmlns:p14="http://schemas.microsoft.com/office/powerpoint/2010/main" val="73583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Present?</a:t>
            </a:r>
          </a:p>
        </p:txBody>
      </p:sp>
      <p:sp>
        <p:nvSpPr>
          <p:cNvPr id="3" name="Content Placeholder 2"/>
          <p:cNvSpPr>
            <a:spLocks noGrp="1"/>
          </p:cNvSpPr>
          <p:nvPr>
            <p:ph idx="1"/>
          </p:nvPr>
        </p:nvSpPr>
        <p:spPr/>
        <p:txBody>
          <a:bodyPr>
            <a:normAutofit fontScale="77500" lnSpcReduction="20000"/>
          </a:bodyPr>
          <a:lstStyle/>
          <a:p>
            <a:r>
              <a:rPr lang="en-US" b="1" dirty="0">
                <a:solidFill>
                  <a:srgbClr val="C00000"/>
                </a:solidFill>
              </a:rPr>
              <a:t>You do not need to retell each and every part of the paper (book chapter)!!!</a:t>
            </a:r>
          </a:p>
          <a:p>
            <a:endParaRPr lang="lt-LT" dirty="0"/>
          </a:p>
          <a:p>
            <a:endParaRPr lang="lt-LT" dirty="0"/>
          </a:p>
          <a:p>
            <a:r>
              <a:rPr lang="en-US" dirty="0"/>
              <a:t>Motivation </a:t>
            </a:r>
          </a:p>
          <a:p>
            <a:r>
              <a:rPr lang="en-US" sz="5400" dirty="0"/>
              <a:t>The Ideas/Main Concepts</a:t>
            </a:r>
          </a:p>
          <a:p>
            <a:r>
              <a:rPr lang="en-US" dirty="0"/>
              <a:t>Results</a:t>
            </a:r>
          </a:p>
          <a:p>
            <a:endParaRPr lang="en-US" dirty="0"/>
          </a:p>
          <a:p>
            <a:r>
              <a:rPr lang="en-US" dirty="0">
                <a:solidFill>
                  <a:schemeClr val="bg1">
                    <a:lumMod val="75000"/>
                  </a:schemeClr>
                </a:solidFill>
              </a:rPr>
              <a:t>Unveil both positive and negative sides of the paper </a:t>
            </a:r>
          </a:p>
          <a:p>
            <a:pPr lvl="1"/>
            <a:r>
              <a:rPr lang="en-US" dirty="0">
                <a:solidFill>
                  <a:schemeClr val="bg1">
                    <a:lumMod val="75000"/>
                  </a:schemeClr>
                </a:solidFill>
              </a:rPr>
              <a:t>negative sides are usually well hidden</a:t>
            </a:r>
          </a:p>
          <a:p>
            <a:pPr lvl="1"/>
            <a:r>
              <a:rPr lang="sv-SE" dirty="0">
                <a:solidFill>
                  <a:schemeClr val="bg1">
                    <a:lumMod val="75000"/>
                  </a:schemeClr>
                </a:solidFill>
              </a:rPr>
              <a:t>Can be a bit different for a book chapter</a:t>
            </a:r>
            <a:endParaRPr lang="en-US" dirty="0">
              <a:solidFill>
                <a:schemeClr val="bg1">
                  <a:lumMod val="75000"/>
                </a:schemeClr>
              </a:solidFill>
            </a:endParaRPr>
          </a:p>
        </p:txBody>
      </p:sp>
    </p:spTree>
    <p:extLst>
      <p:ext uri="{BB962C8B-B14F-4D97-AF65-F5344CB8AC3E}">
        <p14:creationId xmlns:p14="http://schemas.microsoft.com/office/powerpoint/2010/main" val="338608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Present?</a:t>
            </a:r>
          </a:p>
        </p:txBody>
      </p:sp>
      <p:sp>
        <p:nvSpPr>
          <p:cNvPr id="3" name="Content Placeholder 2"/>
          <p:cNvSpPr>
            <a:spLocks noGrp="1"/>
          </p:cNvSpPr>
          <p:nvPr>
            <p:ph idx="1"/>
          </p:nvPr>
        </p:nvSpPr>
        <p:spPr/>
        <p:txBody>
          <a:bodyPr/>
          <a:lstStyle/>
          <a:p>
            <a:r>
              <a:rPr lang="en-US" dirty="0"/>
              <a:t>Know Your Audience!!!</a:t>
            </a:r>
          </a:p>
          <a:p>
            <a:endParaRPr lang="en-US" dirty="0"/>
          </a:p>
          <a:p>
            <a:r>
              <a:rPr lang="en-US" dirty="0"/>
              <a:t>While referring to </a:t>
            </a:r>
            <a:r>
              <a:rPr lang="en-US" b="1" dirty="0">
                <a:solidFill>
                  <a:schemeClr val="accent2"/>
                </a:solidFill>
              </a:rPr>
              <a:t>a concept </a:t>
            </a:r>
            <a:r>
              <a:rPr lang="en-US" dirty="0"/>
              <a:t>check if…</a:t>
            </a:r>
          </a:p>
          <a:p>
            <a:pPr lvl="1"/>
            <a:r>
              <a:rPr lang="en-US" dirty="0"/>
              <a:t>…it </a:t>
            </a:r>
            <a:r>
              <a:rPr lang="lt-LT" dirty="0"/>
              <a:t>is </a:t>
            </a:r>
            <a:r>
              <a:rPr lang="en-US" dirty="0"/>
              <a:t>a “</a:t>
            </a:r>
            <a:r>
              <a:rPr lang="en-US" b="1" dirty="0">
                <a:solidFill>
                  <a:schemeClr val="accent2"/>
                </a:solidFill>
              </a:rPr>
              <a:t>common knowledge</a:t>
            </a:r>
            <a:r>
              <a:rPr lang="en-US" dirty="0"/>
              <a:t>” or needs a special introduction</a:t>
            </a:r>
          </a:p>
          <a:p>
            <a:pPr lvl="2"/>
            <a:r>
              <a:rPr lang="en-US" dirty="0"/>
              <a:t>maybe not included in the paper (your book chapter) itself!</a:t>
            </a:r>
          </a:p>
          <a:p>
            <a:pPr lvl="1"/>
            <a:r>
              <a:rPr lang="en-US" dirty="0"/>
              <a:t>…it </a:t>
            </a:r>
            <a:r>
              <a:rPr lang="en-US" b="1" dirty="0">
                <a:solidFill>
                  <a:schemeClr val="accent2"/>
                </a:solidFill>
              </a:rPr>
              <a:t>has been introduced </a:t>
            </a:r>
            <a:r>
              <a:rPr lang="en-US" dirty="0"/>
              <a:t>in the presentation before</a:t>
            </a:r>
          </a:p>
          <a:p>
            <a:pPr lvl="1"/>
            <a:endParaRPr lang="en-US" dirty="0">
              <a:solidFill>
                <a:srgbClr val="C00000"/>
              </a:solidFill>
            </a:endParaRPr>
          </a:p>
          <a:p>
            <a:pPr lvl="1"/>
            <a:endParaRPr lang="en-US" dirty="0"/>
          </a:p>
          <a:p>
            <a:pPr lvl="1"/>
            <a:endParaRPr lang="en-US" dirty="0"/>
          </a:p>
        </p:txBody>
      </p:sp>
    </p:spTree>
    <p:extLst>
      <p:ext uri="{BB962C8B-B14F-4D97-AF65-F5344CB8AC3E}">
        <p14:creationId xmlns:p14="http://schemas.microsoft.com/office/powerpoint/2010/main" val="27892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9536" y="3140968"/>
            <a:ext cx="8229600" cy="917456"/>
          </a:xfrm>
        </p:spPr>
        <p:txBody>
          <a:bodyPr>
            <a:noAutofit/>
          </a:bodyPr>
          <a:lstStyle/>
          <a:p>
            <a:pPr>
              <a:buNone/>
            </a:pPr>
            <a:r>
              <a:rPr lang="en-US" sz="3200" b="1" dirty="0">
                <a:solidFill>
                  <a:srgbClr val="C00000"/>
                </a:solidFill>
              </a:rPr>
              <a:t>Never proceed </a:t>
            </a:r>
            <a:r>
              <a:rPr lang="en-US" sz="3200" dirty="0"/>
              <a:t>if you think some concept might not be clear for your audience!</a:t>
            </a:r>
          </a:p>
          <a:p>
            <a:endParaRPr lang="en-US" sz="3200" dirty="0"/>
          </a:p>
        </p:txBody>
      </p:sp>
    </p:spTree>
    <p:extLst>
      <p:ext uri="{BB962C8B-B14F-4D97-AF65-F5344CB8AC3E}">
        <p14:creationId xmlns:p14="http://schemas.microsoft.com/office/powerpoint/2010/main" val="1600886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Present? (cont.)</a:t>
            </a:r>
          </a:p>
        </p:txBody>
      </p:sp>
      <p:sp>
        <p:nvSpPr>
          <p:cNvPr id="3" name="Content Placeholder 2"/>
          <p:cNvSpPr>
            <a:spLocks noGrp="1"/>
          </p:cNvSpPr>
          <p:nvPr>
            <p:ph idx="1"/>
          </p:nvPr>
        </p:nvSpPr>
        <p:spPr/>
        <p:txBody>
          <a:bodyPr>
            <a:normAutofit fontScale="92500"/>
          </a:bodyPr>
          <a:lstStyle/>
          <a:p>
            <a:r>
              <a:rPr lang="en-US" dirty="0"/>
              <a:t>If you think you won’t fit into 30-35 min with all your concepts… </a:t>
            </a:r>
          </a:p>
          <a:p>
            <a:r>
              <a:rPr lang="en-US" dirty="0"/>
              <a:t>…order them by importance</a:t>
            </a:r>
          </a:p>
          <a:p>
            <a:r>
              <a:rPr lang="en-US" dirty="0"/>
              <a:t>…throw the least important away</a:t>
            </a:r>
          </a:p>
          <a:p>
            <a:r>
              <a:rPr lang="en-US" dirty="0"/>
              <a:t>…iterate until you fit into 30-35 min ;-)</a:t>
            </a:r>
          </a:p>
          <a:p>
            <a:pPr lvl="1"/>
            <a:endParaRPr lang="en-US" dirty="0"/>
          </a:p>
          <a:p>
            <a:r>
              <a:rPr lang="en-US" b="1" dirty="0">
                <a:solidFill>
                  <a:srgbClr val="C00000"/>
                </a:solidFill>
              </a:rPr>
              <a:t>1 slide ~ 2 min, so do not have too many slides! </a:t>
            </a:r>
          </a:p>
          <a:p>
            <a:endParaRPr lang="en-US" b="1" dirty="0">
              <a:solidFill>
                <a:srgbClr val="C00000"/>
              </a:solidFill>
            </a:endParaRPr>
          </a:p>
          <a:p>
            <a:r>
              <a:rPr lang="en-US" dirty="0"/>
              <a:t>Make few Hidden Slides for Q&amp;A</a:t>
            </a:r>
          </a:p>
          <a:p>
            <a:pPr lvl="1"/>
            <a:endParaRPr lang="en-US" dirty="0"/>
          </a:p>
          <a:p>
            <a:pPr lvl="1"/>
            <a:endParaRPr lang="en-US" dirty="0"/>
          </a:p>
        </p:txBody>
      </p:sp>
    </p:spTree>
    <p:extLst>
      <p:ext uri="{BB962C8B-B14F-4D97-AF65-F5344CB8AC3E}">
        <p14:creationId xmlns:p14="http://schemas.microsoft.com/office/powerpoint/2010/main" val="65310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Slides</a:t>
            </a:r>
          </a:p>
        </p:txBody>
      </p:sp>
      <p:sp>
        <p:nvSpPr>
          <p:cNvPr id="3" name="Content Placeholder 2"/>
          <p:cNvSpPr>
            <a:spLocks noGrp="1"/>
          </p:cNvSpPr>
          <p:nvPr>
            <p:ph idx="1"/>
          </p:nvPr>
        </p:nvSpPr>
        <p:spPr/>
        <p:txBody>
          <a:bodyPr>
            <a:normAutofit fontScale="55000" lnSpcReduction="20000"/>
          </a:bodyPr>
          <a:lstStyle/>
          <a:p>
            <a:r>
              <a:rPr lang="en-US" dirty="0"/>
              <a:t>In summary the primary contributions of our work are the following:</a:t>
            </a:r>
          </a:p>
          <a:p>
            <a:endParaRPr lang="en-US" dirty="0"/>
          </a:p>
          <a:p>
            <a:pPr lvl="1"/>
            <a:r>
              <a:rPr lang="en-US" dirty="0"/>
              <a:t> We introduce the architecture of a scalable RDF database system that leverages best-of-breed single node RDF-stores and parallelizes execution across them using the </a:t>
            </a:r>
            <a:r>
              <a:rPr lang="en-US" dirty="0" err="1"/>
              <a:t>Hadoop</a:t>
            </a:r>
            <a:r>
              <a:rPr lang="en-US" dirty="0"/>
              <a:t> framework.</a:t>
            </a:r>
          </a:p>
          <a:p>
            <a:endParaRPr lang="en-US" dirty="0"/>
          </a:p>
          <a:p>
            <a:pPr lvl="1"/>
            <a:r>
              <a:rPr lang="en-US" dirty="0"/>
              <a:t>We describe date partitioning and placement techniques that can dramatically reduce the amount of network communication at query time.</a:t>
            </a:r>
          </a:p>
          <a:p>
            <a:endParaRPr lang="en-US" dirty="0"/>
          </a:p>
          <a:p>
            <a:pPr lvl="1"/>
            <a:r>
              <a:rPr lang="en-US" dirty="0"/>
              <a:t>We provide an algorithm for automatically decomposing queries into parallelizable chunks.  We experimentally evaluate our system to understand the effect of various system parameters and compare against other currently available RDF stores.</a:t>
            </a:r>
          </a:p>
          <a:p>
            <a:endParaRPr lang="en-US" dirty="0"/>
          </a:p>
          <a:p>
            <a:pPr lvl="1"/>
            <a:r>
              <a:rPr lang="en-US" dirty="0"/>
              <a:t>Many of our techniques are applicable to general graph data management applications, especially those for which </a:t>
            </a:r>
            <a:r>
              <a:rPr lang="en-US" dirty="0" err="1"/>
              <a:t>subgraph</a:t>
            </a:r>
            <a:r>
              <a:rPr lang="en-US" dirty="0"/>
              <a:t> matching is an important task.</a:t>
            </a:r>
          </a:p>
          <a:p>
            <a:endParaRPr lang="en-US" dirty="0"/>
          </a:p>
          <a:p>
            <a:r>
              <a:rPr lang="en-US" dirty="0"/>
              <a:t>Furthermore, while our system is primarily designed for the largest RDF data sets, we will also show that even for smaller data sets, the techniques introduced in this paper are highly relevant.</a:t>
            </a:r>
          </a:p>
        </p:txBody>
      </p:sp>
    </p:spTree>
    <p:extLst>
      <p:ext uri="{BB962C8B-B14F-4D97-AF65-F5344CB8AC3E}">
        <p14:creationId xmlns:p14="http://schemas.microsoft.com/office/powerpoint/2010/main" val="316840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Slides (alternative)</a:t>
            </a:r>
          </a:p>
        </p:txBody>
      </p:sp>
      <p:sp>
        <p:nvSpPr>
          <p:cNvPr id="3" name="Content Placeholder 2"/>
          <p:cNvSpPr>
            <a:spLocks noGrp="1"/>
          </p:cNvSpPr>
          <p:nvPr>
            <p:ph idx="1"/>
          </p:nvPr>
        </p:nvSpPr>
        <p:spPr/>
        <p:txBody>
          <a:bodyPr>
            <a:normAutofit/>
          </a:bodyPr>
          <a:lstStyle/>
          <a:p>
            <a:r>
              <a:rPr lang="en-US" dirty="0"/>
              <a:t>Contributions:</a:t>
            </a:r>
          </a:p>
          <a:p>
            <a:endParaRPr lang="en-US" dirty="0"/>
          </a:p>
          <a:p>
            <a:pPr lvl="1"/>
            <a:r>
              <a:rPr lang="en-US" dirty="0"/>
              <a:t>Scalable RDF database on </a:t>
            </a:r>
            <a:r>
              <a:rPr lang="en-US" dirty="0" err="1"/>
              <a:t>Hadoop</a:t>
            </a:r>
            <a:endParaRPr lang="en-US" dirty="0"/>
          </a:p>
          <a:p>
            <a:pPr lvl="1"/>
            <a:endParaRPr lang="en-US" dirty="0"/>
          </a:p>
          <a:p>
            <a:pPr lvl="1"/>
            <a:r>
              <a:rPr lang="en-US" dirty="0"/>
              <a:t>Data Partitioning &amp; Query Decomposition</a:t>
            </a:r>
          </a:p>
          <a:p>
            <a:pPr lvl="1"/>
            <a:endParaRPr lang="en-US" dirty="0"/>
          </a:p>
          <a:p>
            <a:pPr lvl="1"/>
            <a:r>
              <a:rPr lang="en-US" dirty="0"/>
              <a:t>General Applicability; Small &amp; Big Data Sets</a:t>
            </a:r>
          </a:p>
        </p:txBody>
      </p:sp>
    </p:spTree>
    <p:extLst>
      <p:ext uri="{BB962C8B-B14F-4D97-AF65-F5344CB8AC3E}">
        <p14:creationId xmlns:p14="http://schemas.microsoft.com/office/powerpoint/2010/main" val="1456129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Slides (alternative)</a:t>
            </a:r>
          </a:p>
        </p:txBody>
      </p:sp>
      <p:sp>
        <p:nvSpPr>
          <p:cNvPr id="3" name="Content Placeholder 2"/>
          <p:cNvSpPr>
            <a:spLocks noGrp="1"/>
          </p:cNvSpPr>
          <p:nvPr>
            <p:ph idx="1"/>
          </p:nvPr>
        </p:nvSpPr>
        <p:spPr/>
        <p:txBody>
          <a:bodyPr>
            <a:normAutofit/>
          </a:bodyPr>
          <a:lstStyle/>
          <a:p>
            <a:r>
              <a:rPr lang="en-US" dirty="0"/>
              <a:t>Contributions:</a:t>
            </a:r>
          </a:p>
          <a:p>
            <a:endParaRPr lang="en-US" dirty="0"/>
          </a:p>
          <a:p>
            <a:pPr lvl="1"/>
            <a:r>
              <a:rPr lang="en-US" b="1" dirty="0">
                <a:solidFill>
                  <a:schemeClr val="accent1"/>
                </a:solidFill>
              </a:rPr>
              <a:t>Scalable</a:t>
            </a:r>
            <a:r>
              <a:rPr lang="en-US" dirty="0"/>
              <a:t> RDF database on </a:t>
            </a:r>
            <a:r>
              <a:rPr lang="en-US" dirty="0" err="1"/>
              <a:t>Hadoop</a:t>
            </a:r>
            <a:endParaRPr lang="en-US" dirty="0"/>
          </a:p>
          <a:p>
            <a:pPr lvl="1"/>
            <a:endParaRPr lang="en-US" dirty="0"/>
          </a:p>
          <a:p>
            <a:pPr lvl="1"/>
            <a:r>
              <a:rPr lang="en-US" b="1" dirty="0">
                <a:solidFill>
                  <a:srgbClr val="C00000"/>
                </a:solidFill>
              </a:rPr>
              <a:t>Data Partitioning </a:t>
            </a:r>
            <a:r>
              <a:rPr lang="en-US" dirty="0"/>
              <a:t>&amp; Query Decomposition</a:t>
            </a:r>
          </a:p>
          <a:p>
            <a:pPr lvl="1"/>
            <a:endParaRPr lang="en-US" dirty="0"/>
          </a:p>
          <a:p>
            <a:pPr lvl="1"/>
            <a:r>
              <a:rPr lang="en-US" dirty="0"/>
              <a:t>General Applicability; </a:t>
            </a:r>
            <a:r>
              <a:rPr lang="en-US" b="1" dirty="0">
                <a:solidFill>
                  <a:schemeClr val="accent1"/>
                </a:solidFill>
              </a:rPr>
              <a:t>Small &amp; Big Data Sets</a:t>
            </a:r>
          </a:p>
        </p:txBody>
      </p:sp>
    </p:spTree>
    <p:extLst>
      <p:ext uri="{BB962C8B-B14F-4D97-AF65-F5344CB8AC3E}">
        <p14:creationId xmlns:p14="http://schemas.microsoft.com/office/powerpoint/2010/main" val="1277979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(Bad) Example</a:t>
            </a:r>
          </a:p>
        </p:txBody>
      </p:sp>
      <p:pic>
        <p:nvPicPr>
          <p:cNvPr id="1026" name="Picture 2"/>
          <p:cNvPicPr>
            <a:picLocks noChangeAspect="1" noChangeArrowheads="1"/>
          </p:cNvPicPr>
          <p:nvPr/>
        </p:nvPicPr>
        <p:blipFill>
          <a:blip r:embed="rId2" cstate="print"/>
          <a:srcRect/>
          <a:stretch>
            <a:fillRect/>
          </a:stretch>
        </p:blipFill>
        <p:spPr bwMode="auto">
          <a:xfrm>
            <a:off x="2351584" y="1844824"/>
            <a:ext cx="7872633" cy="4824536"/>
          </a:xfrm>
          <a:prstGeom prst="rect">
            <a:avLst/>
          </a:prstGeom>
          <a:noFill/>
          <a:ln w="9525">
            <a:noFill/>
            <a:miter lim="800000"/>
            <a:headEnd/>
            <a:tailEnd/>
          </a:ln>
        </p:spPr>
      </p:pic>
    </p:spTree>
    <p:extLst>
      <p:ext uri="{BB962C8B-B14F-4D97-AF65-F5344CB8AC3E}">
        <p14:creationId xmlns:p14="http://schemas.microsoft.com/office/powerpoint/2010/main" val="2111524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Pseudocodes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063552" y="1916832"/>
            <a:ext cx="6822654" cy="4682506"/>
          </a:xfrm>
          <a:prstGeom prst="rect">
            <a:avLst/>
          </a:prstGeom>
          <a:noFill/>
          <a:ln w="9525">
            <a:noFill/>
            <a:miter lim="800000"/>
            <a:headEnd/>
            <a:tailEnd/>
          </a:ln>
        </p:spPr>
      </p:pic>
    </p:spTree>
    <p:extLst>
      <p:ext uri="{BB962C8B-B14F-4D97-AF65-F5344CB8AC3E}">
        <p14:creationId xmlns:p14="http://schemas.microsoft.com/office/powerpoint/2010/main" val="18946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Slides (cont)</a:t>
            </a:r>
          </a:p>
        </p:txBody>
      </p:sp>
      <p:sp>
        <p:nvSpPr>
          <p:cNvPr id="3" name="Content Placeholder 2"/>
          <p:cNvSpPr>
            <a:spLocks noGrp="1"/>
          </p:cNvSpPr>
          <p:nvPr>
            <p:ph idx="1"/>
          </p:nvPr>
        </p:nvSpPr>
        <p:spPr/>
        <p:txBody>
          <a:bodyPr/>
          <a:lstStyle/>
          <a:p>
            <a:r>
              <a:rPr lang="en-US" dirty="0"/>
              <a:t>Animations as an alternative to text, </a:t>
            </a:r>
            <a:r>
              <a:rPr lang="en-US" dirty="0" err="1"/>
              <a:t>pseudocodes</a:t>
            </a:r>
            <a:r>
              <a:rPr lang="en-US" dirty="0"/>
              <a:t> and formulas</a:t>
            </a:r>
          </a:p>
        </p:txBody>
      </p:sp>
      <p:sp>
        <p:nvSpPr>
          <p:cNvPr id="44" name="Oval 2"/>
          <p:cNvSpPr>
            <a:spLocks noChangeArrowheads="1"/>
          </p:cNvSpPr>
          <p:nvPr/>
        </p:nvSpPr>
        <p:spPr bwMode="auto">
          <a:xfrm>
            <a:off x="5789143" y="3717032"/>
            <a:ext cx="2206625" cy="630238"/>
          </a:xfrm>
          <a:prstGeom prst="ellipse">
            <a:avLst/>
          </a:prstGeom>
          <a:solidFill>
            <a:srgbClr val="AECF00">
              <a:alpha val="25098"/>
            </a:srgbClr>
          </a:solidFill>
          <a:ln w="36720">
            <a:solidFill>
              <a:srgbClr val="AECF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grpSp>
        <p:nvGrpSpPr>
          <p:cNvPr id="45" name="Group 48"/>
          <p:cNvGrpSpPr>
            <a:grpSpLocks/>
          </p:cNvGrpSpPr>
          <p:nvPr/>
        </p:nvGrpSpPr>
        <p:grpSpPr bwMode="auto">
          <a:xfrm>
            <a:off x="3431704" y="3717032"/>
            <a:ext cx="5689600" cy="1625600"/>
            <a:chOff x="1785918" y="4286256"/>
            <a:chExt cx="5689440" cy="1625931"/>
          </a:xfrm>
        </p:grpSpPr>
        <p:sp>
          <p:nvSpPr>
            <p:cNvPr id="46" name="Oval 3"/>
            <p:cNvSpPr>
              <a:spLocks noChangeArrowheads="1"/>
            </p:cNvSpPr>
            <p:nvPr/>
          </p:nvSpPr>
          <p:spPr bwMode="auto">
            <a:xfrm>
              <a:off x="1785918" y="4286256"/>
              <a:ext cx="5689440" cy="1625931"/>
            </a:xfrm>
            <a:prstGeom prst="ellipse">
              <a:avLst/>
            </a:prstGeom>
            <a:solidFill>
              <a:srgbClr val="E6E6E6">
                <a:alpha val="50195"/>
              </a:srgbClr>
            </a:solidFill>
            <a:ln w="36720">
              <a:solidFill>
                <a:srgbClr val="B3B3B3"/>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grpSp>
          <p:nvGrpSpPr>
            <p:cNvPr id="47" name="Group 47"/>
            <p:cNvGrpSpPr>
              <a:grpSpLocks/>
            </p:cNvGrpSpPr>
            <p:nvPr/>
          </p:nvGrpSpPr>
          <p:grpSpPr bwMode="auto">
            <a:xfrm>
              <a:off x="2584801" y="4383820"/>
              <a:ext cx="3627359" cy="1404148"/>
              <a:chOff x="2584801" y="4383820"/>
              <a:chExt cx="3627359" cy="1404148"/>
            </a:xfrm>
          </p:grpSpPr>
          <p:sp>
            <p:nvSpPr>
              <p:cNvPr id="48" name="Oval 25"/>
              <p:cNvSpPr>
                <a:spLocks noChangeArrowheads="1"/>
              </p:cNvSpPr>
              <p:nvPr/>
            </p:nvSpPr>
            <p:spPr bwMode="auto">
              <a:xfrm>
                <a:off x="3564001" y="5036210"/>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49" name="Oval 26"/>
              <p:cNvSpPr>
                <a:spLocks noChangeArrowheads="1"/>
              </p:cNvSpPr>
              <p:nvPr/>
            </p:nvSpPr>
            <p:spPr bwMode="auto">
              <a:xfrm>
                <a:off x="5588641" y="4448628"/>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0" name="Oval 27"/>
              <p:cNvSpPr>
                <a:spLocks noChangeArrowheads="1"/>
              </p:cNvSpPr>
              <p:nvPr/>
            </p:nvSpPr>
            <p:spPr bwMode="auto">
              <a:xfrm>
                <a:off x="5555520" y="4676172"/>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1" name="Oval 28"/>
              <p:cNvSpPr>
                <a:spLocks noChangeArrowheads="1"/>
              </p:cNvSpPr>
              <p:nvPr/>
            </p:nvSpPr>
            <p:spPr bwMode="auto">
              <a:xfrm>
                <a:off x="5032801" y="5296876"/>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2" name="Oval 29"/>
              <p:cNvSpPr>
                <a:spLocks noChangeArrowheads="1"/>
              </p:cNvSpPr>
              <p:nvPr/>
            </p:nvSpPr>
            <p:spPr bwMode="auto">
              <a:xfrm>
                <a:off x="4739041" y="5656914"/>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3" name="Oval 30"/>
              <p:cNvSpPr>
                <a:spLocks noChangeArrowheads="1"/>
              </p:cNvSpPr>
              <p:nvPr/>
            </p:nvSpPr>
            <p:spPr bwMode="auto">
              <a:xfrm>
                <a:off x="5653440" y="5590667"/>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4" name="Oval 31"/>
              <p:cNvSpPr>
                <a:spLocks noChangeArrowheads="1"/>
              </p:cNvSpPr>
              <p:nvPr/>
            </p:nvSpPr>
            <p:spPr bwMode="auto">
              <a:xfrm>
                <a:off x="4053601" y="5688597"/>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5" name="Oval 32"/>
              <p:cNvSpPr>
                <a:spLocks noChangeArrowheads="1"/>
              </p:cNvSpPr>
              <p:nvPr/>
            </p:nvSpPr>
            <p:spPr bwMode="auto">
              <a:xfrm>
                <a:off x="2878561" y="5232070"/>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6" name="Oval 33"/>
              <p:cNvSpPr>
                <a:spLocks noChangeArrowheads="1"/>
              </p:cNvSpPr>
              <p:nvPr/>
            </p:nvSpPr>
            <p:spPr bwMode="auto">
              <a:xfrm>
                <a:off x="3499200" y="4546558"/>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7" name="Oval 34"/>
              <p:cNvSpPr>
                <a:spLocks noChangeArrowheads="1"/>
              </p:cNvSpPr>
              <p:nvPr/>
            </p:nvSpPr>
            <p:spPr bwMode="auto">
              <a:xfrm>
                <a:off x="3499200" y="5363123"/>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8" name="Oval 35"/>
              <p:cNvSpPr>
                <a:spLocks noChangeArrowheads="1"/>
              </p:cNvSpPr>
              <p:nvPr/>
            </p:nvSpPr>
            <p:spPr bwMode="auto">
              <a:xfrm>
                <a:off x="4934881" y="4676172"/>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59" name="Oval 36"/>
              <p:cNvSpPr>
                <a:spLocks noChangeArrowheads="1"/>
              </p:cNvSpPr>
              <p:nvPr/>
            </p:nvSpPr>
            <p:spPr bwMode="auto">
              <a:xfrm>
                <a:off x="4118400" y="5296876"/>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0" name="Oval 37"/>
              <p:cNvSpPr>
                <a:spLocks noChangeArrowheads="1"/>
              </p:cNvSpPr>
              <p:nvPr/>
            </p:nvSpPr>
            <p:spPr bwMode="auto">
              <a:xfrm>
                <a:off x="4543201" y="4480311"/>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1" name="Oval 38"/>
              <p:cNvSpPr>
                <a:spLocks noChangeArrowheads="1"/>
              </p:cNvSpPr>
              <p:nvPr/>
            </p:nvSpPr>
            <p:spPr bwMode="auto">
              <a:xfrm>
                <a:off x="3890880" y="4383820"/>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2" name="Oval 39"/>
              <p:cNvSpPr>
                <a:spLocks noChangeArrowheads="1"/>
              </p:cNvSpPr>
              <p:nvPr/>
            </p:nvSpPr>
            <p:spPr bwMode="auto">
              <a:xfrm>
                <a:off x="3041280" y="4448628"/>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3" name="Oval 40"/>
              <p:cNvSpPr>
                <a:spLocks noChangeArrowheads="1"/>
              </p:cNvSpPr>
              <p:nvPr/>
            </p:nvSpPr>
            <p:spPr bwMode="auto">
              <a:xfrm>
                <a:off x="6013440" y="5167262"/>
                <a:ext cx="198720" cy="99371"/>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4" name="Oval 41"/>
              <p:cNvSpPr>
                <a:spLocks noChangeArrowheads="1"/>
              </p:cNvSpPr>
              <p:nvPr/>
            </p:nvSpPr>
            <p:spPr bwMode="auto">
              <a:xfrm>
                <a:off x="5751360" y="5004526"/>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5" name="Oval 42"/>
              <p:cNvSpPr>
                <a:spLocks noChangeArrowheads="1"/>
              </p:cNvSpPr>
              <p:nvPr/>
            </p:nvSpPr>
            <p:spPr bwMode="auto">
              <a:xfrm>
                <a:off x="2845440" y="5592108"/>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66" name="Oval 43"/>
              <p:cNvSpPr>
                <a:spLocks noChangeArrowheads="1"/>
              </p:cNvSpPr>
              <p:nvPr/>
            </p:nvSpPr>
            <p:spPr bwMode="auto">
              <a:xfrm>
                <a:off x="2584801" y="4808666"/>
                <a:ext cx="198720" cy="99370"/>
              </a:xfrm>
              <a:prstGeom prst="ellipse">
                <a:avLst/>
              </a:prstGeom>
              <a:solidFill>
                <a:srgbClr val="000000"/>
              </a:solidFill>
              <a:ln w="9360">
                <a:solidFill>
                  <a:srgbClr val="000000"/>
                </a:solidFill>
                <a:round/>
                <a:headEnd/>
                <a:tailEnd/>
              </a:ln>
            </p:spPr>
            <p:txBody>
              <a:bodyPr wrap="none" lIns="82945" tIns="41473" rIns="82945" bIns="41473"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pitchFamily="34" charset="0"/>
                  <a:ea typeface="+mn-ea"/>
                  <a:cs typeface="+mn-cs"/>
                </a:endParaRPr>
              </a:p>
            </p:txBody>
          </p:sp>
        </p:grpSp>
      </p:grpSp>
      <p:cxnSp>
        <p:nvCxnSpPr>
          <p:cNvPr id="67" name="AutoShape 48"/>
          <p:cNvCxnSpPr>
            <a:cxnSpLocks noChangeShapeType="1"/>
          </p:cNvCxnSpPr>
          <p:nvPr/>
        </p:nvCxnSpPr>
        <p:spPr bwMode="auto">
          <a:xfrm>
            <a:off x="4233392" y="4299646"/>
            <a:ext cx="914400" cy="554037"/>
          </a:xfrm>
          <a:prstGeom prst="curvedConnector3">
            <a:avLst>
              <a:gd name="adj1" fmla="val 50000"/>
            </a:avLst>
          </a:prstGeom>
          <a:noFill/>
          <a:ln w="36720">
            <a:solidFill>
              <a:srgbClr val="800000"/>
            </a:solidFill>
            <a:round/>
            <a:headEnd/>
            <a:tailEnd type="triangle" w="med" len="med"/>
          </a:ln>
        </p:spPr>
      </p:cxnSp>
      <p:cxnSp>
        <p:nvCxnSpPr>
          <p:cNvPr id="68" name="AutoShape 49"/>
          <p:cNvCxnSpPr>
            <a:cxnSpLocks noChangeShapeType="1"/>
          </p:cNvCxnSpPr>
          <p:nvPr/>
        </p:nvCxnSpPr>
        <p:spPr bwMode="auto">
          <a:xfrm flipV="1">
            <a:off x="5246217" y="4823520"/>
            <a:ext cx="1465262" cy="80962"/>
          </a:xfrm>
          <a:prstGeom prst="curvedConnector3">
            <a:avLst>
              <a:gd name="adj1" fmla="val 50000"/>
            </a:avLst>
          </a:prstGeom>
          <a:noFill/>
          <a:ln w="36720">
            <a:solidFill>
              <a:srgbClr val="800000"/>
            </a:solidFill>
            <a:round/>
            <a:headEnd/>
            <a:tailEnd type="triangle" w="med" len="med"/>
          </a:ln>
        </p:spPr>
      </p:cxnSp>
      <p:cxnSp>
        <p:nvCxnSpPr>
          <p:cNvPr id="69" name="AutoShape 54"/>
          <p:cNvCxnSpPr>
            <a:cxnSpLocks noChangeShapeType="1"/>
          </p:cNvCxnSpPr>
          <p:nvPr/>
        </p:nvCxnSpPr>
        <p:spPr bwMode="auto">
          <a:xfrm flipV="1">
            <a:off x="4431829" y="4217095"/>
            <a:ext cx="2871788" cy="82550"/>
          </a:xfrm>
          <a:prstGeom prst="curvedConnector3">
            <a:avLst>
              <a:gd name="adj1" fmla="val 50000"/>
            </a:avLst>
          </a:prstGeom>
          <a:noFill/>
          <a:ln w="36720">
            <a:solidFill>
              <a:srgbClr val="008000"/>
            </a:solidFill>
            <a:round/>
            <a:headEnd/>
            <a:tailEnd type="triangle" w="med" len="med"/>
          </a:ln>
        </p:spPr>
      </p:cxnSp>
      <p:cxnSp>
        <p:nvCxnSpPr>
          <p:cNvPr id="70" name="AutoShape 55"/>
          <p:cNvCxnSpPr>
            <a:cxnSpLocks noChangeShapeType="1"/>
          </p:cNvCxnSpPr>
          <p:nvPr/>
        </p:nvCxnSpPr>
        <p:spPr bwMode="auto">
          <a:xfrm flipH="1" flipV="1">
            <a:off x="4403255" y="4264721"/>
            <a:ext cx="2278063" cy="522287"/>
          </a:xfrm>
          <a:prstGeom prst="curvedConnector3">
            <a:avLst>
              <a:gd name="adj1" fmla="val 50000"/>
            </a:avLst>
          </a:prstGeom>
          <a:noFill/>
          <a:ln w="36720">
            <a:solidFill>
              <a:srgbClr val="800000"/>
            </a:solidFill>
            <a:round/>
            <a:headEnd/>
            <a:tailEnd type="triangle" w="med" len="med"/>
          </a:ln>
        </p:spPr>
      </p:cxnSp>
      <p:sp>
        <p:nvSpPr>
          <p:cNvPr id="71" name="Text Box 149"/>
          <p:cNvSpPr txBox="1">
            <a:spLocks noChangeArrowheads="1"/>
          </p:cNvSpPr>
          <p:nvPr/>
        </p:nvSpPr>
        <p:spPr bwMode="auto">
          <a:xfrm>
            <a:off x="7432205" y="4002782"/>
            <a:ext cx="301625" cy="312738"/>
          </a:xfrm>
          <a:prstGeom prst="rect">
            <a:avLst/>
          </a:prstGeom>
          <a:noFill/>
          <a:ln w="9525">
            <a:noFill/>
            <a:round/>
            <a:headEnd/>
            <a:tailEnd/>
          </a:ln>
        </p:spPr>
        <p:txBody>
          <a:bodyPr wrap="none" lIns="81639" tIns="40820" rIns="81639" bIns="40820"/>
          <a:lstStyle/>
          <a:p>
            <a:pPr marL="0" marR="0" lvl="0" indent="0" algn="l" defTabSz="914400" rtl="0" eaLnBrk="1" fontAlgn="auto" latinLnBrk="0" hangingPunct="1">
              <a:lnSpc>
                <a:spcPct val="100000"/>
              </a:lnSpc>
              <a:spcBef>
                <a:spcPts val="0"/>
              </a:spcBef>
              <a:spcAft>
                <a:spcPts val="0"/>
              </a:spcAft>
              <a:buClrTx/>
              <a:buSzTx/>
              <a:buFontTx/>
              <a:buNone/>
              <a:tabLst>
                <a:tab pos="0" algn="l"/>
                <a:tab pos="414338" algn="l"/>
                <a:tab pos="828675" algn="l"/>
                <a:tab pos="1243013" algn="l"/>
                <a:tab pos="1657350" algn="l"/>
                <a:tab pos="2073275" algn="l"/>
                <a:tab pos="2487613" algn="l"/>
                <a:tab pos="2901950" algn="l"/>
                <a:tab pos="3316288" algn="l"/>
                <a:tab pos="3732213" algn="l"/>
                <a:tab pos="4146550" algn="l"/>
                <a:tab pos="4560888" algn="l"/>
                <a:tab pos="4975225" algn="l"/>
                <a:tab pos="5391150" algn="l"/>
                <a:tab pos="5805488" algn="l"/>
                <a:tab pos="6219825" algn="l"/>
                <a:tab pos="6634163" algn="l"/>
                <a:tab pos="7050088" algn="l"/>
                <a:tab pos="7464425" algn="l"/>
                <a:tab pos="7878763" algn="l"/>
                <a:tab pos="8293100" algn="l"/>
              </a:tabLst>
              <a:defRPr/>
            </a:pPr>
            <a:r>
              <a:rPr kumimoji="0" lang="en-US" sz="1800" b="0" i="0" u="none" strike="noStrike" kern="1200" cap="none" spc="0" normalizeH="0" baseline="0" noProof="0">
                <a:ln>
                  <a:noFill/>
                </a:ln>
                <a:solidFill>
                  <a:srgbClr val="000000"/>
                </a:solidFill>
                <a:effectLst/>
                <a:uLnTx/>
                <a:uFillTx/>
                <a:latin typeface="Calibri" pitchFamily="34" charset="0"/>
                <a:ea typeface="+mn-ea"/>
                <a:cs typeface="+mn-cs"/>
              </a:rPr>
              <a:t>P4</a:t>
            </a:r>
          </a:p>
        </p:txBody>
      </p:sp>
      <p:sp>
        <p:nvSpPr>
          <p:cNvPr id="72" name="Rounded Rectangular Callout 71"/>
          <p:cNvSpPr/>
          <p:nvPr/>
        </p:nvSpPr>
        <p:spPr>
          <a:xfrm>
            <a:off x="8646660" y="3216974"/>
            <a:ext cx="1143008" cy="642942"/>
          </a:xfrm>
          <a:prstGeom prst="wedgeRoundRectCallout">
            <a:avLst>
              <a:gd name="adj1" fmla="val -136296"/>
              <a:gd name="adj2" fmla="val 80304"/>
              <a:gd name="adj3" fmla="val 16667"/>
            </a:avLst>
          </a:prstGeom>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onstantia"/>
                <a:ea typeface="+mn-ea"/>
                <a:cs typeface="+mn-cs"/>
              </a:rPr>
              <a:t>Topic </a:t>
            </a:r>
            <a:r>
              <a:rPr kumimoji="0" lang="en-US" sz="1800" b="0" i="0" u="none" strike="noStrike" kern="1200" cap="none" spc="0" normalizeH="0" baseline="0" noProof="0" dirty="0" err="1">
                <a:ln>
                  <a:noFill/>
                </a:ln>
                <a:solidFill>
                  <a:prstClr val="white"/>
                </a:solidFill>
                <a:effectLst/>
                <a:uLnTx/>
                <a:uFillTx/>
                <a:latin typeface="Constantia"/>
                <a:ea typeface="+mn-ea"/>
                <a:cs typeface="+mn-cs"/>
              </a:rPr>
              <a:t>Tgreen</a:t>
            </a:r>
            <a:endParaRPr kumimoji="0" lang="sv-SE" sz="1800" b="0" i="0" u="none" strike="noStrike" kern="1200" cap="none" spc="0" normalizeH="0" baseline="0" noProof="0" dirty="0">
              <a:ln>
                <a:noFill/>
              </a:ln>
              <a:solidFill>
                <a:prstClr val="white"/>
              </a:solidFill>
              <a:effectLst/>
              <a:uLnTx/>
              <a:uFillTx/>
              <a:latin typeface="Constantia"/>
              <a:ea typeface="+mn-ea"/>
              <a:cs typeface="+mn-cs"/>
            </a:endParaRPr>
          </a:p>
        </p:txBody>
      </p:sp>
      <p:sp>
        <p:nvSpPr>
          <p:cNvPr id="73" name="Rounded Rectangular Callout 72"/>
          <p:cNvSpPr/>
          <p:nvPr/>
        </p:nvSpPr>
        <p:spPr>
          <a:xfrm>
            <a:off x="2574430" y="2859784"/>
            <a:ext cx="1714512" cy="642942"/>
          </a:xfrm>
          <a:prstGeom prst="wedgeRoundRectCallout">
            <a:avLst>
              <a:gd name="adj1" fmla="val 51469"/>
              <a:gd name="adj2" fmla="val 167647"/>
              <a:gd name="adj3" fmla="val 16667"/>
            </a:avLst>
          </a:prstGeom>
        </p:spPr>
        <p:style>
          <a:lnRef idx="0">
            <a:schemeClr val="accent3"/>
          </a:lnRef>
          <a:fillRef idx="3">
            <a:schemeClr val="accent3"/>
          </a:fillRef>
          <a:effectRef idx="3">
            <a:schemeClr val="accent3"/>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defRPr/>
            </a:pPr>
            <a:r>
              <a:rPr kumimoji="0" lang="en-US" sz="1800" b="0" i="0" u="none" strike="noStrike" kern="1200" cap="none" spc="0" normalizeH="0" baseline="0" noProof="0" dirty="0">
                <a:ln>
                  <a:noFill/>
                </a:ln>
                <a:solidFill>
                  <a:srgbClr val="000000"/>
                </a:solidFill>
                <a:effectLst/>
                <a:uLnTx/>
                <a:uFillTx/>
                <a:latin typeface="Constantia"/>
                <a:ea typeface="DejaVu Sans" charset="0"/>
                <a:cs typeface="DejaVu Sans" charset="0"/>
              </a:rPr>
              <a:t>Publisher node for topic </a:t>
            </a:r>
            <a:r>
              <a:rPr kumimoji="0" lang="en-US" sz="1800" b="1" i="0" u="none" strike="noStrike" kern="1200" cap="none" spc="0" normalizeH="0" baseline="0" noProof="0" dirty="0" err="1">
                <a:ln>
                  <a:noFill/>
                </a:ln>
                <a:solidFill>
                  <a:srgbClr val="00CA43"/>
                </a:solidFill>
                <a:effectLst/>
                <a:uLnTx/>
                <a:uFillTx/>
                <a:latin typeface="Constantia"/>
                <a:ea typeface="DejaVu Sans" charset="0"/>
                <a:cs typeface="DejaVu Sans" charset="0"/>
              </a:rPr>
              <a:t>Tgreen</a:t>
            </a:r>
            <a:endParaRPr kumimoji="0" lang="en-US" sz="1800" b="1" i="0" u="none" strike="noStrike" kern="1200" cap="none" spc="0" normalizeH="0" baseline="0" noProof="0" dirty="0">
              <a:ln>
                <a:noFill/>
              </a:ln>
              <a:solidFill>
                <a:srgbClr val="00CA43"/>
              </a:solidFill>
              <a:effectLst/>
              <a:uLnTx/>
              <a:uFillTx/>
              <a:latin typeface="Constantia"/>
              <a:ea typeface="DejaVu Sans" charset="0"/>
              <a:cs typeface="DejaVu Sans" charset="0"/>
            </a:endParaRPr>
          </a:p>
        </p:txBody>
      </p:sp>
      <p:sp>
        <p:nvSpPr>
          <p:cNvPr id="74" name="Rounded Rectangular Callout 73"/>
          <p:cNvSpPr/>
          <p:nvPr/>
        </p:nvSpPr>
        <p:spPr>
          <a:xfrm>
            <a:off x="8289454" y="4645721"/>
            <a:ext cx="2000250" cy="1214437"/>
          </a:xfrm>
          <a:prstGeom prst="wedgeRoundRectCallout">
            <a:avLst>
              <a:gd name="adj1" fmla="val -123491"/>
              <a:gd name="adj2" fmla="val -4030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Constantia"/>
              <a:ea typeface="+mn-ea"/>
              <a:cs typeface="+mn-cs"/>
            </a:endParaRPr>
          </a:p>
        </p:txBody>
      </p:sp>
      <p:sp>
        <p:nvSpPr>
          <p:cNvPr id="75" name="Rounded Rectangular Callout 74"/>
          <p:cNvSpPr/>
          <p:nvPr/>
        </p:nvSpPr>
        <p:spPr>
          <a:xfrm>
            <a:off x="2074392" y="4860033"/>
            <a:ext cx="1643062" cy="1027113"/>
          </a:xfrm>
          <a:prstGeom prst="wedgeRoundRectCallout">
            <a:avLst>
              <a:gd name="adj1" fmla="val 140817"/>
              <a:gd name="adj2" fmla="val -49054"/>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Constantia"/>
              <a:ea typeface="+mn-ea"/>
              <a:cs typeface="+mn-cs"/>
            </a:endParaRPr>
          </a:p>
        </p:txBody>
      </p:sp>
      <p:sp>
        <p:nvSpPr>
          <p:cNvPr id="76" name="Rounded Rectangular Callout 75"/>
          <p:cNvSpPr/>
          <p:nvPr/>
        </p:nvSpPr>
        <p:spPr>
          <a:xfrm>
            <a:off x="2002954" y="3717032"/>
            <a:ext cx="1714500" cy="1036638"/>
          </a:xfrm>
          <a:prstGeom prst="wedgeRoundRectCallout">
            <a:avLst>
              <a:gd name="adj1" fmla="val 84184"/>
              <a:gd name="adj2" fmla="val 992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Constantia"/>
              <a:ea typeface="+mn-ea"/>
              <a:cs typeface="+mn-cs"/>
            </a:endParaRPr>
          </a:p>
        </p:txBody>
      </p:sp>
      <p:graphicFrame>
        <p:nvGraphicFramePr>
          <p:cNvPr id="77" name="Group 56"/>
          <p:cNvGraphicFramePr>
            <a:graphicFrameLocks noGrp="1"/>
          </p:cNvGraphicFramePr>
          <p:nvPr/>
        </p:nvGraphicFramePr>
        <p:xfrm>
          <a:off x="2120429" y="3820220"/>
          <a:ext cx="1476000" cy="831172"/>
        </p:xfrm>
        <a:graphic>
          <a:graphicData uri="http://schemas.openxmlformats.org/drawingml/2006/table">
            <a:tbl>
              <a:tblPr/>
              <a:tblGrid>
                <a:gridCol w="508320">
                  <a:extLst>
                    <a:ext uri="{9D8B030D-6E8A-4147-A177-3AD203B41FA5}">
                      <a16:colId xmlns:a16="http://schemas.microsoft.com/office/drawing/2014/main" val="20000"/>
                    </a:ext>
                  </a:extLst>
                </a:gridCol>
                <a:gridCol w="967680">
                  <a:extLst>
                    <a:ext uri="{9D8B030D-6E8A-4147-A177-3AD203B41FA5}">
                      <a16:colId xmlns:a16="http://schemas.microsoft.com/office/drawing/2014/main" val="20001"/>
                    </a:ext>
                  </a:extLst>
                </a:gridCol>
              </a:tblGrid>
              <a:tr h="210262">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000" b="1" i="0" u="none" strike="noStrike" cap="none" normalizeH="0" baseline="0" dirty="0">
                          <a:ln>
                            <a:noFill/>
                          </a:ln>
                          <a:solidFill>
                            <a:srgbClr val="000000"/>
                          </a:solidFill>
                          <a:effectLst/>
                          <a:latin typeface="Arial" charset="0"/>
                          <a:ea typeface="DejaVu Sans" charset="0"/>
                          <a:cs typeface="DejaVu Sans" charset="0"/>
                        </a:rPr>
                        <a:t>Topic</a:t>
                      </a:r>
                    </a:p>
                  </a:txBody>
                  <a:tcPr marL="82944" marR="82944" marT="88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solidFill>
                      <a:srgbClr val="800000"/>
                    </a:solid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000" b="1" i="0" u="none" strike="noStrike" cap="none" normalizeH="0" baseline="0" dirty="0">
                          <a:ln>
                            <a:noFill/>
                          </a:ln>
                          <a:solidFill>
                            <a:srgbClr val="000000"/>
                          </a:solidFill>
                          <a:effectLst/>
                          <a:latin typeface="Arial" charset="0"/>
                          <a:ea typeface="DejaVu Sans" charset="0"/>
                          <a:cs typeface="DejaVu Sans" charset="0"/>
                        </a:rPr>
                        <a:t>Access Point</a:t>
                      </a:r>
                    </a:p>
                  </a:txBody>
                  <a:tcPr marL="82944" marR="82944" marT="88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solidFill>
                      <a:srgbClr val="800000"/>
                    </a:solidFill>
                  </a:tcPr>
                </a:tc>
                <a:extLst>
                  <a:ext uri="{0D108BD9-81ED-4DB2-BD59-A6C34878D82A}">
                    <a16:rowId xmlns:a16="http://schemas.microsoft.com/office/drawing/2014/main" val="10000"/>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T1</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P3</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T2</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P12</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T3</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P5</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8" name="Group 118"/>
          <p:cNvGraphicFramePr>
            <a:graphicFrameLocks noGrp="1"/>
          </p:cNvGraphicFramePr>
          <p:nvPr/>
        </p:nvGraphicFramePr>
        <p:xfrm>
          <a:off x="8432330" y="4788596"/>
          <a:ext cx="1792801" cy="983817"/>
        </p:xfrm>
        <a:graphic>
          <a:graphicData uri="http://schemas.openxmlformats.org/drawingml/2006/table">
            <a:tbl>
              <a:tblPr/>
              <a:tblGrid>
                <a:gridCol w="707742">
                  <a:extLst>
                    <a:ext uri="{9D8B030D-6E8A-4147-A177-3AD203B41FA5}">
                      <a16:colId xmlns:a16="http://schemas.microsoft.com/office/drawing/2014/main" val="20000"/>
                    </a:ext>
                  </a:extLst>
                </a:gridCol>
                <a:gridCol w="1085059">
                  <a:extLst>
                    <a:ext uri="{9D8B030D-6E8A-4147-A177-3AD203B41FA5}">
                      <a16:colId xmlns:a16="http://schemas.microsoft.com/office/drawing/2014/main" val="20001"/>
                    </a:ext>
                  </a:extLst>
                </a:gridCol>
              </a:tblGrid>
              <a:tr h="210262">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000" b="1" i="0" u="none" strike="noStrike" cap="none" normalizeH="0" baseline="0" dirty="0">
                          <a:ln>
                            <a:noFill/>
                          </a:ln>
                          <a:solidFill>
                            <a:srgbClr val="000000"/>
                          </a:solidFill>
                          <a:effectLst/>
                          <a:latin typeface="Arial" charset="0"/>
                          <a:ea typeface="DejaVu Sans" charset="0"/>
                          <a:cs typeface="DejaVu Sans" charset="0"/>
                        </a:rPr>
                        <a:t>Topic</a:t>
                      </a:r>
                    </a:p>
                  </a:txBody>
                  <a:tcPr marL="82944" marR="82944" marT="88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solidFill>
                      <a:srgbClr val="800000"/>
                    </a:solid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000" b="1" i="0" u="none" strike="noStrike" cap="none" normalizeH="0" baseline="0" dirty="0">
                          <a:ln>
                            <a:noFill/>
                          </a:ln>
                          <a:solidFill>
                            <a:srgbClr val="000000"/>
                          </a:solidFill>
                          <a:effectLst/>
                          <a:latin typeface="Arial" charset="0"/>
                          <a:ea typeface="DejaVu Sans" charset="0"/>
                          <a:cs typeface="DejaVu Sans" charset="0"/>
                        </a:rPr>
                        <a:t>Access Point</a:t>
                      </a:r>
                    </a:p>
                  </a:txBody>
                  <a:tcPr marL="82944" marR="82944" marT="88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solidFill>
                      <a:srgbClr val="800000"/>
                    </a:solidFill>
                  </a:tcPr>
                </a:tc>
                <a:extLst>
                  <a:ext uri="{0D108BD9-81ED-4DB2-BD59-A6C34878D82A}">
                    <a16:rowId xmlns:a16="http://schemas.microsoft.com/office/drawing/2014/main" val="10000"/>
                  </a:ext>
                </a:extLst>
              </a:tr>
              <a:tr h="359615">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1" i="0" u="none" strike="noStrike" cap="none" normalizeH="0" baseline="0" dirty="0" err="1">
                          <a:ln>
                            <a:noFill/>
                          </a:ln>
                          <a:solidFill>
                            <a:srgbClr val="00CA43"/>
                          </a:solidFill>
                          <a:effectLst/>
                          <a:latin typeface="Arial" charset="0"/>
                          <a:ea typeface="DejaVu Sans" charset="0"/>
                          <a:cs typeface="DejaVu Sans" charset="0"/>
                        </a:rPr>
                        <a:t>Tgreen</a:t>
                      </a:r>
                      <a:endParaRPr kumimoji="0" lang="en-US" sz="1100" b="1" i="0" u="none" strike="noStrike" cap="none" normalizeH="0" baseline="0" dirty="0">
                        <a:ln>
                          <a:noFill/>
                        </a:ln>
                        <a:solidFill>
                          <a:srgbClr val="00CA43"/>
                        </a:solidFill>
                        <a:effectLst/>
                        <a:latin typeface="Arial" charset="0"/>
                        <a:ea typeface="DejaVu Sans" charset="0"/>
                        <a:cs typeface="DejaVu Sans" charset="0"/>
                      </a:endParaRP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1" i="0" u="none" strike="noStrike" cap="none" normalizeH="0" baseline="0" dirty="0">
                          <a:ln>
                            <a:noFill/>
                          </a:ln>
                          <a:solidFill>
                            <a:srgbClr val="00CA43"/>
                          </a:solidFill>
                          <a:effectLst/>
                          <a:latin typeface="Arial" charset="0"/>
                          <a:ea typeface="DejaVu Sans" charset="0"/>
                          <a:cs typeface="DejaVu Sans" charset="0"/>
                        </a:rPr>
                        <a:t>P4</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T1</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P3</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T3</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P22</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9" name="Group 87"/>
          <p:cNvGraphicFramePr>
            <a:graphicFrameLocks noGrp="1"/>
          </p:cNvGraphicFramePr>
          <p:nvPr/>
        </p:nvGraphicFramePr>
        <p:xfrm>
          <a:off x="2145829" y="5002907"/>
          <a:ext cx="1476000" cy="831172"/>
        </p:xfrm>
        <a:graphic>
          <a:graphicData uri="http://schemas.openxmlformats.org/drawingml/2006/table">
            <a:tbl>
              <a:tblPr/>
              <a:tblGrid>
                <a:gridCol w="508320">
                  <a:extLst>
                    <a:ext uri="{9D8B030D-6E8A-4147-A177-3AD203B41FA5}">
                      <a16:colId xmlns:a16="http://schemas.microsoft.com/office/drawing/2014/main" val="20000"/>
                    </a:ext>
                  </a:extLst>
                </a:gridCol>
                <a:gridCol w="967680">
                  <a:extLst>
                    <a:ext uri="{9D8B030D-6E8A-4147-A177-3AD203B41FA5}">
                      <a16:colId xmlns:a16="http://schemas.microsoft.com/office/drawing/2014/main" val="20001"/>
                    </a:ext>
                  </a:extLst>
                </a:gridCol>
              </a:tblGrid>
              <a:tr h="210262">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000" b="1" i="0" u="none" strike="noStrike" cap="none" normalizeH="0" baseline="0" dirty="0">
                          <a:ln>
                            <a:noFill/>
                          </a:ln>
                          <a:solidFill>
                            <a:srgbClr val="000000"/>
                          </a:solidFill>
                          <a:effectLst/>
                          <a:latin typeface="Arial" charset="0"/>
                          <a:ea typeface="DejaVu Sans" charset="0"/>
                          <a:cs typeface="DejaVu Sans" charset="0"/>
                        </a:rPr>
                        <a:t>Topic</a:t>
                      </a:r>
                    </a:p>
                  </a:txBody>
                  <a:tcPr marL="82944" marR="82944" marT="88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solidFill>
                      <a:srgbClr val="800000"/>
                    </a:solid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000" b="1" i="0" u="none" strike="noStrike" cap="none" normalizeH="0" baseline="0">
                          <a:ln>
                            <a:noFill/>
                          </a:ln>
                          <a:solidFill>
                            <a:srgbClr val="000000"/>
                          </a:solidFill>
                          <a:effectLst/>
                          <a:latin typeface="Arial" charset="0"/>
                          <a:ea typeface="DejaVu Sans" charset="0"/>
                          <a:cs typeface="DejaVu Sans" charset="0"/>
                        </a:rPr>
                        <a:t>Access Point</a:t>
                      </a:r>
                    </a:p>
                  </a:txBody>
                  <a:tcPr marL="82944" marR="82944" marT="88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solidFill>
                      <a:srgbClr val="800000"/>
                    </a:solidFill>
                  </a:tcPr>
                </a:tc>
                <a:extLst>
                  <a:ext uri="{0D108BD9-81ED-4DB2-BD59-A6C34878D82A}">
                    <a16:rowId xmlns:a16="http://schemas.microsoft.com/office/drawing/2014/main" val="10000"/>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T2</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P4</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T3</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P11</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5346">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a:ln>
                            <a:noFill/>
                          </a:ln>
                          <a:solidFill>
                            <a:srgbClr val="000000"/>
                          </a:solidFill>
                          <a:effectLst/>
                          <a:latin typeface="Arial" charset="0"/>
                          <a:ea typeface="DejaVu Sans" charset="0"/>
                          <a:cs typeface="DejaVu Sans" charset="0"/>
                        </a:rPr>
                        <a:t>T4</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Lst>
                      </a:pPr>
                      <a:r>
                        <a:rPr kumimoji="0" lang="en-US" sz="1100" b="0" i="0" u="none" strike="noStrike" cap="none" normalizeH="0" baseline="0" dirty="0">
                          <a:ln>
                            <a:noFill/>
                          </a:ln>
                          <a:solidFill>
                            <a:srgbClr val="000000"/>
                          </a:solidFill>
                          <a:effectLst/>
                          <a:latin typeface="Arial" charset="0"/>
                          <a:ea typeface="DejaVu Sans" charset="0"/>
                          <a:cs typeface="DejaVu Sans" charset="0"/>
                        </a:rPr>
                        <a:t>P3</a:t>
                      </a:r>
                    </a:p>
                  </a:txBody>
                  <a:tcPr marL="82944" marR="82944" marT="9601" marB="41476" anchor="ctr" horzOverflow="overflow">
                    <a:lnL w="360" cap="flat" cmpd="sng" algn="ctr">
                      <a:solidFill>
                        <a:srgbClr val="000000"/>
                      </a:solidFill>
                      <a:prstDash val="solid"/>
                      <a:round/>
                      <a:headEnd type="none" w="med" len="med"/>
                      <a:tailEnd type="none" w="med" len="med"/>
                    </a:lnL>
                    <a:lnR w="360" cap="flat" cmpd="sng" algn="ctr">
                      <a:solidFill>
                        <a:srgbClr val="000000"/>
                      </a:solidFill>
                      <a:prstDash val="solid"/>
                      <a:round/>
                      <a:headEnd type="none" w="med" len="med"/>
                      <a:tailEnd type="none" w="med" len="med"/>
                    </a:lnR>
                    <a:lnT w="360" cap="flat" cmpd="sng" algn="ctr">
                      <a:solidFill>
                        <a:srgbClr val="000000"/>
                      </a:solidFill>
                      <a:prstDash val="solid"/>
                      <a:round/>
                      <a:headEnd type="none" w="med" len="med"/>
                      <a:tailEnd type="none" w="med" len="med"/>
                    </a:lnT>
                    <a:lnB w="3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9209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grpId="0" nodeType="clickEffect">
                                  <p:stCondLst>
                                    <p:cond delay="0"/>
                                  </p:stCondLst>
                                  <p:childTnLst>
                                    <p:set>
                                      <p:cBhvr additive="repl">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fill="hold" nodeType="withEffect">
                                  <p:stCondLst>
                                    <p:cond delay="0"/>
                                  </p:stCondLst>
                                  <p:childTnLst>
                                    <p:set>
                                      <p:cBhvr additive="repl">
                                        <p:cTn id="22" dur="1" fill="hold">
                                          <p:stCondLst>
                                            <p:cond delay="0"/>
                                          </p:stCondLst>
                                        </p:cTn>
                                        <p:tgtEl>
                                          <p:spTgt spid="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additive="repl">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fill="hold" nodeType="withEffect">
                                  <p:stCondLst>
                                    <p:cond delay="0"/>
                                  </p:stCondLst>
                                  <p:childTnLst>
                                    <p:set>
                                      <p:cBhvr additive="repl">
                                        <p:cTn id="32" dur="1" fill="hold">
                                          <p:stCondLst>
                                            <p:cond delay="0"/>
                                          </p:stCondLst>
                                        </p:cTn>
                                        <p:tgtEl>
                                          <p:spTgt spid="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additive="repl">
                                        <p:cTn id="36" dur="1" fill="hold">
                                          <p:stCondLst>
                                            <p:cond delay="0"/>
                                          </p:stCondLst>
                                        </p:cTn>
                                        <p:tgtEl>
                                          <p:spTgt spid="6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par>
                                <p:cTn id="41" presetID="1" presetClass="entr" fill="hold" nodeType="withEffect">
                                  <p:stCondLst>
                                    <p:cond delay="0"/>
                                  </p:stCondLst>
                                  <p:childTnLst>
                                    <p:set>
                                      <p:cBhvr additive="repl">
                                        <p:cTn id="42" dur="1" fill="hold">
                                          <p:stCondLst>
                                            <p:cond delay="0"/>
                                          </p:stCondLst>
                                        </p:cTn>
                                        <p:tgtEl>
                                          <p:spTgt spid="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additive="repl">
                                        <p:cTn id="46" dur="1" fill="hold">
                                          <p:stCondLst>
                                            <p:cond delay="0"/>
                                          </p:stCondLst>
                                        </p:cTn>
                                        <p:tgtEl>
                                          <p:spTgt spid="7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fill="hold" nodeType="clickEffect">
                                  <p:stCondLst>
                                    <p:cond delay="0"/>
                                  </p:stCondLst>
                                  <p:childTnLst>
                                    <p:set>
                                      <p:cBhvr additive="repl">
                                        <p:cTn id="50" dur="1" fill="hold">
                                          <p:stCondLst>
                                            <p:cond delay="0"/>
                                          </p:stCondLst>
                                        </p:cTn>
                                        <p:tgtEl>
                                          <p:spTgt spid="7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fill="hold" nodeType="clickEffect">
                                  <p:stCondLst>
                                    <p:cond delay="0"/>
                                  </p:stCondLst>
                                  <p:childTnLst>
                                    <p:set>
                                      <p:cBhvr additive="repl">
                                        <p:cTn id="5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74" grpId="0" animBg="1"/>
      <p:bldP spid="75" grpId="0" animBg="1"/>
      <p:bldP spid="7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Figures</a:t>
            </a:r>
          </a:p>
        </p:txBody>
      </p:sp>
      <p:sp>
        <p:nvSpPr>
          <p:cNvPr id="3" name="Content Placeholder 2"/>
          <p:cNvSpPr>
            <a:spLocks noGrp="1"/>
          </p:cNvSpPr>
          <p:nvPr>
            <p:ph idx="1"/>
          </p:nvPr>
        </p:nvSpPr>
        <p:spPr>
          <a:xfrm>
            <a:off x="1981200" y="5589240"/>
            <a:ext cx="8229600" cy="735360"/>
          </a:xfrm>
        </p:spPr>
        <p:txBody>
          <a:bodyPr>
            <a:normAutofit fontScale="77500" lnSpcReduction="20000"/>
          </a:bodyPr>
          <a:lstStyle/>
          <a:p>
            <a:r>
              <a:rPr lang="en-US" b="1" dirty="0">
                <a:solidFill>
                  <a:srgbClr val="C00000"/>
                </a:solidFill>
              </a:rPr>
              <a:t>Always</a:t>
            </a:r>
            <a:r>
              <a:rPr lang="en-US" dirty="0"/>
              <a:t> introduce X and Y axes as well as general settings before explaining!</a:t>
            </a:r>
          </a:p>
        </p:txBody>
      </p:sp>
      <p:pic>
        <p:nvPicPr>
          <p:cNvPr id="4" name="Picture 38"/>
          <p:cNvPicPr>
            <a:picLocks noChangeAspect="1" noChangeArrowheads="1"/>
          </p:cNvPicPr>
          <p:nvPr/>
        </p:nvPicPr>
        <p:blipFill>
          <a:blip r:embed="rId2" cstate="print"/>
          <a:srcRect/>
          <a:stretch>
            <a:fillRect/>
          </a:stretch>
        </p:blipFill>
        <p:spPr bwMode="auto">
          <a:xfrm>
            <a:off x="2855640" y="2060848"/>
            <a:ext cx="5861521" cy="3312368"/>
          </a:xfrm>
          <a:prstGeom prst="rect">
            <a:avLst/>
          </a:prstGeom>
          <a:noFill/>
          <a:ln w="9525">
            <a:noFill/>
            <a:round/>
            <a:headEnd/>
            <a:tailEnd/>
          </a:ln>
          <a:effectLst/>
        </p:spPr>
      </p:pic>
    </p:spTree>
    <p:extLst>
      <p:ext uri="{BB962C8B-B14F-4D97-AF65-F5344CB8AC3E}">
        <p14:creationId xmlns:p14="http://schemas.microsoft.com/office/powerpoint/2010/main" val="1135415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Title Slide</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8134350" y="3267075"/>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200025" y="3037716"/>
            <a:ext cx="7934325" cy="1143000"/>
          </a:xfrm>
          <a:prstGeom prst="rect">
            <a:avLst/>
          </a:prstGeom>
        </p:spPr>
        <p:txBody>
          <a:bodyPr vert="horz" lIns="91440" tIns="45720" rIns="91440" bIns="45720" rtlCol="0" anchor="ctr">
            <a:normAutofit fontScale="47500" lnSpcReduction="20000"/>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583D"/>
                </a:solidFill>
                <a:effectLst/>
                <a:uLnTx/>
                <a:uFillTx/>
                <a:latin typeface="Calibri" panose="020F0502020204030204"/>
                <a:ea typeface="+mj-ea"/>
                <a:cs typeface="+mj-cs"/>
              </a:rPr>
              <a:t>Presented by: Your name</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583D"/>
                </a:solidFill>
                <a:effectLst/>
                <a:uLnTx/>
                <a:uFillTx/>
                <a:latin typeface="Calibri" panose="020F0502020204030204"/>
                <a:ea typeface="+mj-ea"/>
                <a:cs typeface="+mj-cs"/>
              </a:rPr>
              <a:t>The title of the paper/project you are presenting.</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583D"/>
                </a:solidFill>
                <a:effectLst/>
                <a:uLnTx/>
                <a:uFillTx/>
                <a:latin typeface="Calibri" panose="020F0502020204030204"/>
                <a:ea typeface="+mj-ea"/>
                <a:cs typeface="+mj-cs"/>
              </a:rPr>
              <a:t>Event: CSCE A490 Class Activity.</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583D"/>
                </a:solidFill>
                <a:effectLst/>
                <a:uLnTx/>
                <a:uFillTx/>
                <a:latin typeface="Calibri" panose="020F0502020204030204"/>
                <a:ea typeface="+mj-ea"/>
                <a:cs typeface="+mj-cs"/>
              </a:rPr>
              <a:t>Date: DATE.</a:t>
            </a:r>
          </a:p>
        </p:txBody>
      </p:sp>
    </p:spTree>
    <p:extLst>
      <p:ext uri="{BB962C8B-B14F-4D97-AF65-F5344CB8AC3E}">
        <p14:creationId xmlns:p14="http://schemas.microsoft.com/office/powerpoint/2010/main" val="1294445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Agenda</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8134350" y="3267075"/>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200025" y="3037716"/>
            <a:ext cx="7934325"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583D"/>
                </a:solidFill>
                <a:effectLst/>
                <a:uLnTx/>
                <a:uFillTx/>
                <a:latin typeface="Calibri" panose="020F0502020204030204"/>
                <a:ea typeface="+mj-ea"/>
                <a:cs typeface="+mj-cs"/>
              </a:rPr>
              <a:t>!SKIP!</a:t>
            </a:r>
          </a:p>
        </p:txBody>
      </p:sp>
    </p:spTree>
    <p:extLst>
      <p:ext uri="{BB962C8B-B14F-4D97-AF65-F5344CB8AC3E}">
        <p14:creationId xmlns:p14="http://schemas.microsoft.com/office/powerpoint/2010/main" val="2448911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Introduction</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The global state of matters.</a:t>
            </a:r>
          </a:p>
          <a:p>
            <a:pPr marL="571500" marR="0" lvl="0" indent="-5715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err="1">
                <a:ln>
                  <a:noFill/>
                </a:ln>
                <a:solidFill>
                  <a:srgbClr val="00583D"/>
                </a:solidFill>
                <a:effectLst/>
                <a:uLnTx/>
                <a:uFillTx/>
                <a:latin typeface="Calibri" panose="020F0502020204030204"/>
                <a:ea typeface="+mj-ea"/>
                <a:cs typeface="+mj-cs"/>
              </a:rPr>
              <a:t>UberEats</a:t>
            </a: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a:t>
            </a:r>
          </a:p>
          <a:p>
            <a:pPr marL="571500" marR="0" lvl="0" indent="-5715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The world is still hungry.</a:t>
            </a:r>
          </a:p>
          <a:p>
            <a:pPr marL="571500" marR="0" lvl="0" indent="-5715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endPar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endParaRPr>
          </a:p>
          <a:p>
            <a:pPr marL="571500" marR="0" lvl="0" indent="-5715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endPar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endParaRPr>
          </a:p>
          <a:p>
            <a:pPr marL="571500" marR="0" lvl="0" indent="-5715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There are clouds everywhere. Still, we have high latency!</a:t>
            </a:r>
          </a:p>
        </p:txBody>
      </p:sp>
    </p:spTree>
    <p:extLst>
      <p:ext uri="{BB962C8B-B14F-4D97-AF65-F5344CB8AC3E}">
        <p14:creationId xmlns:p14="http://schemas.microsoft.com/office/powerpoint/2010/main" val="2560444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State of the art</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Other people must be doing something about this issue. Right? </a:t>
            </a:r>
          </a:p>
        </p:txBody>
      </p:sp>
    </p:spTree>
    <p:extLst>
      <p:ext uri="{BB962C8B-B14F-4D97-AF65-F5344CB8AC3E}">
        <p14:creationId xmlns:p14="http://schemas.microsoft.com/office/powerpoint/2010/main" val="2295545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Motivation</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Do you think you have a better approach?</a:t>
            </a:r>
          </a:p>
        </p:txBody>
      </p:sp>
    </p:spTree>
    <p:extLst>
      <p:ext uri="{BB962C8B-B14F-4D97-AF65-F5344CB8AC3E}">
        <p14:creationId xmlns:p14="http://schemas.microsoft.com/office/powerpoint/2010/main" val="1872915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Solution</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UE2!</a:t>
            </a:r>
          </a:p>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endParaRPr>
          </a:p>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Or L4S, …., cloud-to-edge continuum, community cloud, … whatever the paper is proposing.</a:t>
            </a:r>
          </a:p>
        </p:txBody>
      </p:sp>
    </p:spTree>
    <p:extLst>
      <p:ext uri="{BB962C8B-B14F-4D97-AF65-F5344CB8AC3E}">
        <p14:creationId xmlns:p14="http://schemas.microsoft.com/office/powerpoint/2010/main" val="820479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Add the deployment diagram. Explain.</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7604D1C-2E29-49E3-A46A-DDDF4E6997F4}"/>
                  </a:ext>
                </a:extLst>
              </p14:cNvPr>
              <p14:cNvContentPartPr/>
              <p14:nvPr/>
            </p14:nvContentPartPr>
            <p14:xfrm>
              <a:off x="1306800" y="884520"/>
              <a:ext cx="10272600" cy="5997600"/>
            </p14:xfrm>
          </p:contentPart>
        </mc:Choice>
        <mc:Fallback xmlns="">
          <p:pic>
            <p:nvPicPr>
              <p:cNvPr id="3" name="Ink 2">
                <a:extLst>
                  <a:ext uri="{FF2B5EF4-FFF2-40B4-BE49-F238E27FC236}">
                    <a16:creationId xmlns:a16="http://schemas.microsoft.com/office/drawing/2014/main" id="{C7604D1C-2E29-49E3-A46A-DDDF4E6997F4}"/>
                  </a:ext>
                </a:extLst>
              </p:cNvPr>
              <p:cNvPicPr/>
              <p:nvPr/>
            </p:nvPicPr>
            <p:blipFill>
              <a:blip r:embed="rId4"/>
              <a:stretch>
                <a:fillRect/>
              </a:stretch>
            </p:blipFill>
            <p:spPr>
              <a:xfrm>
                <a:off x="1297440" y="875160"/>
                <a:ext cx="10291320" cy="6016320"/>
              </a:xfrm>
              <a:prstGeom prst="rect">
                <a:avLst/>
              </a:prstGeom>
            </p:spPr>
          </p:pic>
        </mc:Fallback>
      </mc:AlternateContent>
    </p:spTree>
    <p:extLst>
      <p:ext uri="{BB962C8B-B14F-4D97-AF65-F5344CB8AC3E}">
        <p14:creationId xmlns:p14="http://schemas.microsoft.com/office/powerpoint/2010/main" val="2932675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Add the major algorithm/brain. Explain.</a:t>
            </a:r>
          </a:p>
        </p:txBody>
      </p:sp>
    </p:spTree>
    <p:extLst>
      <p:ext uri="{BB962C8B-B14F-4D97-AF65-F5344CB8AC3E}">
        <p14:creationId xmlns:p14="http://schemas.microsoft.com/office/powerpoint/2010/main" val="1093192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Add the use cases</a:t>
            </a:r>
          </a:p>
        </p:txBody>
      </p:sp>
    </p:spTree>
    <p:extLst>
      <p:ext uri="{BB962C8B-B14F-4D97-AF65-F5344CB8AC3E}">
        <p14:creationId xmlns:p14="http://schemas.microsoft.com/office/powerpoint/2010/main" val="3524281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Add the architecture diagram and explain the implementation.</a:t>
            </a:r>
          </a:p>
        </p:txBody>
      </p:sp>
    </p:spTree>
    <p:extLst>
      <p:ext uri="{BB962C8B-B14F-4D97-AF65-F5344CB8AC3E}">
        <p14:creationId xmlns:p14="http://schemas.microsoft.com/office/powerpoint/2010/main" val="418771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Prototype Implementation and Evaluation. Add the plots.</a:t>
            </a:r>
          </a:p>
        </p:txBody>
      </p:sp>
    </p:spTree>
    <p:extLst>
      <p:ext uri="{BB962C8B-B14F-4D97-AF65-F5344CB8AC3E}">
        <p14:creationId xmlns:p14="http://schemas.microsoft.com/office/powerpoint/2010/main" val="1728219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Discussion. Why your solution is better (or justify why it is not better and still deserve publication).</a:t>
            </a:r>
          </a:p>
        </p:txBody>
      </p:sp>
    </p:spTree>
    <p:extLst>
      <p:ext uri="{BB962C8B-B14F-4D97-AF65-F5344CB8AC3E}">
        <p14:creationId xmlns:p14="http://schemas.microsoft.com/office/powerpoint/2010/main" val="373355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Conclusion and future work</a:t>
            </a:r>
          </a:p>
        </p:txBody>
      </p:sp>
    </p:spTree>
    <p:extLst>
      <p:ext uri="{BB962C8B-B14F-4D97-AF65-F5344CB8AC3E}">
        <p14:creationId xmlns:p14="http://schemas.microsoft.com/office/powerpoint/2010/main" val="32065042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D7F9-2FF1-4FD6-8994-CF66178ECDF3}"/>
              </a:ext>
            </a:extLst>
          </p:cNvPr>
          <p:cNvSpPr>
            <a:spLocks noGrp="1"/>
          </p:cNvSpPr>
          <p:nvPr>
            <p:ph type="title"/>
          </p:nvPr>
        </p:nvSpPr>
        <p:spPr/>
        <p:txBody>
          <a:bodyPr/>
          <a:lstStyle/>
          <a:p>
            <a:r>
              <a:rPr lang="en-US" dirty="0"/>
              <a:t>UE2</a:t>
            </a:r>
          </a:p>
        </p:txBody>
      </p:sp>
      <p:pic>
        <p:nvPicPr>
          <p:cNvPr id="4" name="Picture 3">
            <a:extLst>
              <a:ext uri="{FF2B5EF4-FFF2-40B4-BE49-F238E27FC236}">
                <a16:creationId xmlns:a16="http://schemas.microsoft.com/office/drawing/2014/main" id="{662BDF13-1FE2-4343-ABBA-E94EB60B4F91}"/>
              </a:ext>
            </a:extLst>
          </p:cNvPr>
          <p:cNvPicPr>
            <a:picLocks noChangeAspect="1"/>
          </p:cNvPicPr>
          <p:nvPr/>
        </p:nvPicPr>
        <p:blipFill>
          <a:blip r:embed="rId2"/>
          <a:stretch>
            <a:fillRect/>
          </a:stretch>
        </p:blipFill>
        <p:spPr>
          <a:xfrm>
            <a:off x="9010650" y="3599691"/>
            <a:ext cx="1971675" cy="23241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Title 1">
            <a:extLst>
              <a:ext uri="{FF2B5EF4-FFF2-40B4-BE49-F238E27FC236}">
                <a16:creationId xmlns:a16="http://schemas.microsoft.com/office/drawing/2014/main" id="{DB83C3FA-7101-4DC5-81D1-777DA456F41C}"/>
              </a:ext>
            </a:extLst>
          </p:cNvPr>
          <p:cNvSpPr txBox="1">
            <a:spLocks/>
          </p:cNvSpPr>
          <p:nvPr/>
        </p:nvSpPr>
        <p:spPr>
          <a:xfrm>
            <a:off x="623887" y="934209"/>
            <a:ext cx="8496300" cy="54959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b="1" kern="1200" baseline="0">
                <a:solidFill>
                  <a:srgbClr val="00583D"/>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00583D"/>
                </a:solidFill>
                <a:effectLst/>
                <a:uLnTx/>
                <a:uFillTx/>
                <a:latin typeface="Calibri" panose="020F0502020204030204"/>
                <a:ea typeface="+mj-ea"/>
                <a:cs typeface="+mj-cs"/>
              </a:rPr>
              <a:t>Your own reflections, if this is someone else’s published work.</a:t>
            </a:r>
          </a:p>
        </p:txBody>
      </p:sp>
    </p:spTree>
    <p:extLst>
      <p:ext uri="{BB962C8B-B14F-4D97-AF65-F5344CB8AC3E}">
        <p14:creationId xmlns:p14="http://schemas.microsoft.com/office/powerpoint/2010/main" val="15420096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64A7F-FC2D-4078-95B1-8E56D0A98721}"/>
              </a:ext>
            </a:extLst>
          </p:cNvPr>
          <p:cNvSpPr>
            <a:spLocks noGrp="1"/>
          </p:cNvSpPr>
          <p:nvPr>
            <p:ph type="title"/>
          </p:nvPr>
        </p:nvSpPr>
        <p:spPr/>
        <p:txBody>
          <a:bodyPr/>
          <a:lstStyle/>
          <a:p>
            <a:r>
              <a:rPr lang="en-US" dirty="0"/>
              <a:t>How about some example bad presentations?</a:t>
            </a:r>
          </a:p>
        </p:txBody>
      </p:sp>
    </p:spTree>
    <p:extLst>
      <p:ext uri="{BB962C8B-B14F-4D97-AF65-F5344CB8AC3E}">
        <p14:creationId xmlns:p14="http://schemas.microsoft.com/office/powerpoint/2010/main" val="1484665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1D609F52-10FB-4AE3-8F7F-E90D886D105B}"/>
              </a:ext>
            </a:extLst>
          </p:cNvPr>
          <p:cNvSpPr>
            <a:spLocks noGrp="1" noChangeArrowheads="1"/>
          </p:cNvSpPr>
          <p:nvPr>
            <p:ph type="ctrTitle"/>
          </p:nvPr>
        </p:nvSpPr>
        <p:spPr/>
        <p:txBody>
          <a:bodyPr/>
          <a:lstStyle/>
          <a:p>
            <a:pPr algn="ctr"/>
            <a:r>
              <a:rPr lang="en-US" altLang="en-US"/>
              <a:t>Chicken Chicken Chicken: Chicken Chicken</a:t>
            </a:r>
          </a:p>
        </p:txBody>
      </p:sp>
      <p:sp>
        <p:nvSpPr>
          <p:cNvPr id="95235" name="Rectangle 3">
            <a:extLst>
              <a:ext uri="{FF2B5EF4-FFF2-40B4-BE49-F238E27FC236}">
                <a16:creationId xmlns:a16="http://schemas.microsoft.com/office/drawing/2014/main" id="{9153A4C5-283F-4EB3-945B-649CCD33F31B}"/>
              </a:ext>
            </a:extLst>
          </p:cNvPr>
          <p:cNvSpPr>
            <a:spLocks noGrp="1" noChangeArrowheads="1"/>
          </p:cNvSpPr>
          <p:nvPr>
            <p:ph type="subTitle" idx="1"/>
          </p:nvPr>
        </p:nvSpPr>
        <p:spPr/>
        <p:txBody>
          <a:bodyPr/>
          <a:lstStyle/>
          <a:p>
            <a:r>
              <a:rPr lang="en-US" altLang="en-US"/>
              <a:t>Doug Zongker</a:t>
            </a:r>
          </a:p>
          <a:p>
            <a:r>
              <a:rPr lang="en-US" altLang="en-US"/>
              <a:t>University of Washington</a:t>
            </a:r>
          </a:p>
        </p:txBody>
      </p:sp>
    </p:spTree>
    <p:extLst>
      <p:ext uri="{BB962C8B-B14F-4D97-AF65-F5344CB8AC3E}">
        <p14:creationId xmlns:p14="http://schemas.microsoft.com/office/powerpoint/2010/main" val="1025757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4084C9D-E91C-4A11-A9CE-DE815AEE49D9}"/>
              </a:ext>
            </a:extLst>
          </p:cNvPr>
          <p:cNvSpPr>
            <a:spLocks noGrp="1" noChangeArrowheads="1"/>
          </p:cNvSpPr>
          <p:nvPr>
            <p:ph type="title"/>
          </p:nvPr>
        </p:nvSpPr>
        <p:spPr/>
        <p:txBody>
          <a:bodyPr/>
          <a:lstStyle/>
          <a:p>
            <a:r>
              <a:rPr lang="en-US" altLang="en-US"/>
              <a:t>Chicken</a:t>
            </a:r>
          </a:p>
        </p:txBody>
      </p:sp>
      <p:sp>
        <p:nvSpPr>
          <p:cNvPr id="96259" name="Rectangle 3">
            <a:extLst>
              <a:ext uri="{FF2B5EF4-FFF2-40B4-BE49-F238E27FC236}">
                <a16:creationId xmlns:a16="http://schemas.microsoft.com/office/drawing/2014/main" id="{F29DD100-20E8-4681-8D50-45E40AD81CFF}"/>
              </a:ext>
            </a:extLst>
          </p:cNvPr>
          <p:cNvSpPr>
            <a:spLocks noGrp="1" noChangeArrowheads="1"/>
          </p:cNvSpPr>
          <p:nvPr>
            <p:ph type="body" idx="1"/>
          </p:nvPr>
        </p:nvSpPr>
        <p:spPr/>
        <p:txBody>
          <a:bodyPr/>
          <a:lstStyle/>
          <a:p>
            <a:pPr>
              <a:lnSpc>
                <a:spcPct val="160000"/>
              </a:lnSpc>
              <a:buSzTx/>
              <a:buFont typeface="Wingdings 3" panose="05040102010807070707" pitchFamily="18" charset="2"/>
              <a:buChar char="u"/>
            </a:pPr>
            <a:r>
              <a:rPr lang="en-US" altLang="en-US" b="1"/>
              <a:t> Chicken</a:t>
            </a:r>
          </a:p>
          <a:p>
            <a:pPr>
              <a:lnSpc>
                <a:spcPct val="160000"/>
              </a:lnSpc>
              <a:buClr>
                <a:schemeClr val="bg1"/>
              </a:buClr>
              <a:buSzTx/>
              <a:buFont typeface="Wingdings 3" panose="05040102010807070707" pitchFamily="18" charset="2"/>
              <a:buChar char="u"/>
            </a:pPr>
            <a:r>
              <a:rPr lang="en-US" altLang="en-US">
                <a:solidFill>
                  <a:srgbClr val="C0C0C0"/>
                </a:solidFill>
              </a:rPr>
              <a:t> Chicken chicken</a:t>
            </a:r>
          </a:p>
          <a:p>
            <a:pPr>
              <a:lnSpc>
                <a:spcPct val="160000"/>
              </a:lnSpc>
              <a:buClr>
                <a:schemeClr val="bg1"/>
              </a:buClr>
              <a:buSzTx/>
              <a:buFont typeface="Wingdings 3" panose="05040102010807070707" pitchFamily="18" charset="2"/>
              <a:buChar char="u"/>
            </a:pPr>
            <a:r>
              <a:rPr lang="en-US" altLang="en-US">
                <a:solidFill>
                  <a:srgbClr val="C0C0C0"/>
                </a:solidFill>
              </a:rPr>
              <a:t> Chicken</a:t>
            </a:r>
          </a:p>
          <a:p>
            <a:pPr>
              <a:lnSpc>
                <a:spcPct val="160000"/>
              </a:lnSpc>
              <a:buClr>
                <a:schemeClr val="bg1"/>
              </a:buClr>
              <a:buSzTx/>
              <a:buFont typeface="Wingdings 3" panose="05040102010807070707" pitchFamily="18" charset="2"/>
              <a:buChar char="u"/>
            </a:pPr>
            <a:r>
              <a:rPr lang="en-US" altLang="en-US">
                <a:solidFill>
                  <a:srgbClr val="C0C0C0"/>
                </a:solidFill>
              </a:rPr>
              <a:t> Chicken chicken chicken</a:t>
            </a:r>
          </a:p>
        </p:txBody>
      </p:sp>
    </p:spTree>
    <p:extLst>
      <p:ext uri="{BB962C8B-B14F-4D97-AF65-F5344CB8AC3E}">
        <p14:creationId xmlns:p14="http://schemas.microsoft.com/office/powerpoint/2010/main" val="1526289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A346AC8-B15E-4C69-BB85-F52ACE56A809}"/>
              </a:ext>
            </a:extLst>
          </p:cNvPr>
          <p:cNvSpPr>
            <a:spLocks noGrp="1" noChangeArrowheads="1"/>
          </p:cNvSpPr>
          <p:nvPr>
            <p:ph type="title"/>
          </p:nvPr>
        </p:nvSpPr>
        <p:spPr/>
        <p:txBody>
          <a:bodyPr/>
          <a:lstStyle/>
          <a:p>
            <a:r>
              <a:rPr lang="en-US" altLang="en-US"/>
              <a:t>Chicken chicken</a:t>
            </a:r>
          </a:p>
        </p:txBody>
      </p:sp>
      <p:pic>
        <p:nvPicPr>
          <p:cNvPr id="113667" name="Picture 3" descr="E:\chicken\flow1.png">
            <a:extLst>
              <a:ext uri="{FF2B5EF4-FFF2-40B4-BE49-F238E27FC236}">
                <a16:creationId xmlns:a16="http://schemas.microsoft.com/office/drawing/2014/main" id="{FD465BE7-5D6C-4296-8728-354607429D6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352800" y="2193926"/>
            <a:ext cx="5334000" cy="405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157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D3BE0922-82C1-48E1-8A66-0CEF8D896E4B}"/>
              </a:ext>
            </a:extLst>
          </p:cNvPr>
          <p:cNvSpPr>
            <a:spLocks noGrp="1" noChangeArrowheads="1"/>
          </p:cNvSpPr>
          <p:nvPr>
            <p:ph type="title"/>
          </p:nvPr>
        </p:nvSpPr>
        <p:spPr/>
        <p:txBody>
          <a:bodyPr/>
          <a:lstStyle/>
          <a:p>
            <a:r>
              <a:rPr lang="en-US" altLang="en-US"/>
              <a:t>Chicken chicken</a:t>
            </a:r>
          </a:p>
        </p:txBody>
      </p:sp>
      <p:pic>
        <p:nvPicPr>
          <p:cNvPr id="114692" name="Picture 4" descr="E:\chicken\flow2.png">
            <a:extLst>
              <a:ext uri="{FF2B5EF4-FFF2-40B4-BE49-F238E27FC236}">
                <a16:creationId xmlns:a16="http://schemas.microsoft.com/office/drawing/2014/main" id="{8D95C0DC-DD13-4796-AF78-A7DC14C79C0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351214" y="2192338"/>
            <a:ext cx="5329237" cy="404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5633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08995A85-7D84-4643-A82A-3575C378FBB3}"/>
              </a:ext>
            </a:extLst>
          </p:cNvPr>
          <p:cNvSpPr>
            <a:spLocks noGrp="1" noChangeArrowheads="1"/>
          </p:cNvSpPr>
          <p:nvPr>
            <p:ph type="title"/>
          </p:nvPr>
        </p:nvSpPr>
        <p:spPr/>
        <p:txBody>
          <a:bodyPr/>
          <a:lstStyle/>
          <a:p>
            <a:r>
              <a:rPr lang="en-US" altLang="en-US"/>
              <a:t>Chicken chicken</a:t>
            </a:r>
          </a:p>
        </p:txBody>
      </p:sp>
      <p:pic>
        <p:nvPicPr>
          <p:cNvPr id="115716" name="Picture 4" descr="E:\chicken\flow3.png">
            <a:extLst>
              <a:ext uri="{FF2B5EF4-FFF2-40B4-BE49-F238E27FC236}">
                <a16:creationId xmlns:a16="http://schemas.microsoft.com/office/drawing/2014/main" id="{89D92935-870C-4BA7-A3A4-68AE35209BD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351214" y="2192338"/>
            <a:ext cx="5329237" cy="404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393098"/>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9F6776AE-F55D-4841-9643-EA3308E5310C}"/>
              </a:ext>
            </a:extLst>
          </p:cNvPr>
          <p:cNvSpPr>
            <a:spLocks noGrp="1" noChangeArrowheads="1"/>
          </p:cNvSpPr>
          <p:nvPr>
            <p:ph type="title"/>
          </p:nvPr>
        </p:nvSpPr>
        <p:spPr/>
        <p:txBody>
          <a:bodyPr/>
          <a:lstStyle/>
          <a:p>
            <a:r>
              <a:rPr lang="en-US" altLang="en-US"/>
              <a:t>Chicken chicken</a:t>
            </a:r>
          </a:p>
        </p:txBody>
      </p:sp>
      <p:pic>
        <p:nvPicPr>
          <p:cNvPr id="123907" name="Picture 3" descr="E:\chicken\flow3.png">
            <a:extLst>
              <a:ext uri="{FF2B5EF4-FFF2-40B4-BE49-F238E27FC236}">
                <a16:creationId xmlns:a16="http://schemas.microsoft.com/office/drawing/2014/main" id="{D4F80F1E-27F0-4107-8C3C-0B6FA82D3D33}"/>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351214" y="2192338"/>
            <a:ext cx="5329237" cy="4049712"/>
          </a:xfrm>
          <a:prstGeom prst="rect">
            <a:avLst/>
          </a:prstGeom>
          <a:noFill/>
          <a:extLst>
            <a:ext uri="{909E8E84-426E-40DD-AFC4-6F175D3DCCD1}">
              <a14:hiddenFill xmlns:a14="http://schemas.microsoft.com/office/drawing/2010/main">
                <a:solidFill>
                  <a:srgbClr val="FFFFFF"/>
                </a:solidFill>
              </a14:hiddenFill>
            </a:ext>
          </a:extLst>
        </p:spPr>
      </p:pic>
      <p:sp>
        <p:nvSpPr>
          <p:cNvPr id="123908" name="Text Box 4">
            <a:extLst>
              <a:ext uri="{FF2B5EF4-FFF2-40B4-BE49-F238E27FC236}">
                <a16:creationId xmlns:a16="http://schemas.microsoft.com/office/drawing/2014/main" id="{F7A0560B-C7BC-47FD-A9D7-3670B89CCE3D}"/>
              </a:ext>
            </a:extLst>
          </p:cNvPr>
          <p:cNvSpPr txBox="1">
            <a:spLocks noChangeArrowheads="1"/>
          </p:cNvSpPr>
          <p:nvPr/>
        </p:nvSpPr>
        <p:spPr bwMode="auto">
          <a:xfrm>
            <a:off x="2286000" y="3565526"/>
            <a:ext cx="7543800" cy="1323439"/>
          </a:xfrm>
          <a:prstGeom prst="rect">
            <a:avLst/>
          </a:prstGeom>
          <a:solidFill>
            <a:schemeClr val="bg1"/>
          </a:solidFill>
          <a:ln w="76200">
            <a:solidFill>
              <a:schemeClr val="hlink"/>
            </a:solidFill>
            <a:miter lim="800000"/>
            <a:headEnd/>
            <a:tailEnd/>
          </a:ln>
          <a:effectLst/>
          <a:extLst>
            <a:ext uri="{AF507438-7753-43E0-B8FC-AC1667EBCBE1}">
              <a14:hiddenEffects xmlns:a14="http://schemas.microsoft.com/office/drawing/2010/main">
                <a:effectLst>
                  <a:outerShdw dist="107763" dir="2700000" algn="ctr" rotWithShape="0">
                    <a:schemeClr val="tx1">
                      <a:alpha val="50000"/>
                    </a:schemeClr>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4000" b="0" i="0" u="none" strike="noStrike" kern="1200" cap="none" spc="0" normalizeH="0" baseline="0" noProof="0">
                <a:ln>
                  <a:noFill/>
                </a:ln>
                <a:solidFill>
                  <a:srgbClr val="333399"/>
                </a:solidFill>
                <a:effectLst/>
                <a:uLnTx/>
                <a:uFillTx/>
                <a:latin typeface="Tahoma" panose="020B0604030504040204" pitchFamily="34" charset="0"/>
                <a:ea typeface="+mn-ea"/>
                <a:cs typeface="+mn-cs"/>
              </a:rPr>
              <a:t>Chicken:  </a:t>
            </a:r>
            <a:r>
              <a:rPr kumimoji="0" lang="en-US" altLang="en-US" sz="4000" b="1" i="0" u="none" strike="noStrike" kern="1200" cap="none" spc="0" normalizeH="0" baseline="0" noProof="0">
                <a:ln>
                  <a:noFill/>
                </a:ln>
                <a:solidFill>
                  <a:srgbClr val="333399"/>
                </a:solidFill>
                <a:effectLst/>
                <a:uLnTx/>
                <a:uFillTx/>
                <a:latin typeface="Tahoma" panose="020B0604030504040204" pitchFamily="34" charset="0"/>
                <a:ea typeface="+mn-ea"/>
                <a:cs typeface="+mn-cs"/>
              </a:rPr>
              <a:t>Chicken chicken </a:t>
            </a:r>
            <a:r>
              <a:rPr kumimoji="0" lang="en-US" altLang="en-US" sz="4000" b="1" i="0" u="none" strike="noStrike" kern="1200" cap="none" spc="0" normalizeH="0" baseline="0" noProof="0">
                <a:ln>
                  <a:noFill/>
                </a:ln>
                <a:solidFill>
                  <a:srgbClr val="FFCF01"/>
                </a:solidFill>
                <a:effectLst/>
                <a:uLnTx/>
                <a:uFillTx/>
                <a:latin typeface="Tahoma" panose="020B0604030504040204" pitchFamily="34" charset="0"/>
                <a:ea typeface="+mn-ea"/>
                <a:cs typeface="+mn-cs"/>
              </a:rPr>
              <a:t>chicken</a:t>
            </a:r>
            <a:r>
              <a:rPr kumimoji="0" lang="en-US" altLang="en-US" sz="4000" b="1" i="0" u="none" strike="noStrike" kern="1200" cap="none" spc="0" normalizeH="0" baseline="0" noProof="0">
                <a:ln>
                  <a:noFill/>
                </a:ln>
                <a:solidFill>
                  <a:srgbClr val="333399"/>
                </a:solidFill>
                <a:effectLst/>
                <a:uLnTx/>
                <a:uFillTx/>
                <a:latin typeface="Tahoma" panose="020B0604030504040204" pitchFamily="34" charset="0"/>
                <a:ea typeface="+mn-ea"/>
                <a:cs typeface="+mn-cs"/>
              </a:rPr>
              <a:t> chickens chicken?</a:t>
            </a:r>
          </a:p>
        </p:txBody>
      </p:sp>
    </p:spTree>
    <p:extLst>
      <p:ext uri="{BB962C8B-B14F-4D97-AF65-F5344CB8AC3E}">
        <p14:creationId xmlns:p14="http://schemas.microsoft.com/office/powerpoint/2010/main" val="1760158579"/>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30F329D1-1C69-498C-8380-5170571361EA}"/>
              </a:ext>
            </a:extLst>
          </p:cNvPr>
          <p:cNvSpPr>
            <a:spLocks noGrp="1" noChangeArrowheads="1"/>
          </p:cNvSpPr>
          <p:nvPr>
            <p:ph type="title"/>
          </p:nvPr>
        </p:nvSpPr>
        <p:spPr/>
        <p:txBody>
          <a:bodyPr/>
          <a:lstStyle/>
          <a:p>
            <a:r>
              <a:rPr lang="en-US" altLang="en-US"/>
              <a:t>Chicken</a:t>
            </a:r>
          </a:p>
        </p:txBody>
      </p:sp>
      <p:sp>
        <p:nvSpPr>
          <p:cNvPr id="106499" name="Rectangle 3">
            <a:extLst>
              <a:ext uri="{FF2B5EF4-FFF2-40B4-BE49-F238E27FC236}">
                <a16:creationId xmlns:a16="http://schemas.microsoft.com/office/drawing/2014/main" id="{20B54EBC-6C14-4EA5-9C88-068204AF2238}"/>
              </a:ext>
            </a:extLst>
          </p:cNvPr>
          <p:cNvSpPr>
            <a:spLocks noGrp="1" noChangeArrowheads="1"/>
          </p:cNvSpPr>
          <p:nvPr>
            <p:ph type="body" idx="1"/>
          </p:nvPr>
        </p:nvSpPr>
        <p:spPr/>
        <p:txBody>
          <a:bodyPr/>
          <a:lstStyle/>
          <a:p>
            <a:pPr>
              <a:lnSpc>
                <a:spcPct val="160000"/>
              </a:lnSpc>
              <a:buClr>
                <a:schemeClr val="bg1"/>
              </a:buClr>
              <a:buSzTx/>
              <a:buFont typeface="Wingdings 3" panose="05040102010807070707" pitchFamily="18" charset="2"/>
              <a:buChar char="u"/>
            </a:pPr>
            <a:r>
              <a:rPr lang="en-US" altLang="en-US" b="1"/>
              <a:t> </a:t>
            </a:r>
            <a:r>
              <a:rPr lang="en-US" altLang="en-US">
                <a:solidFill>
                  <a:srgbClr val="C0C0C0"/>
                </a:solidFill>
              </a:rPr>
              <a:t>Chicken</a:t>
            </a:r>
          </a:p>
          <a:p>
            <a:pPr>
              <a:lnSpc>
                <a:spcPct val="160000"/>
              </a:lnSpc>
              <a:buSzTx/>
              <a:buFont typeface="Wingdings 3" panose="05040102010807070707" pitchFamily="18" charset="2"/>
              <a:buChar char="u"/>
            </a:pPr>
            <a:r>
              <a:rPr lang="en-US" altLang="en-US">
                <a:solidFill>
                  <a:srgbClr val="C0C0C0"/>
                </a:solidFill>
              </a:rPr>
              <a:t> </a:t>
            </a:r>
            <a:r>
              <a:rPr lang="en-US" altLang="en-US" b="1"/>
              <a:t>Chicken chicken</a:t>
            </a:r>
          </a:p>
          <a:p>
            <a:pPr>
              <a:lnSpc>
                <a:spcPct val="160000"/>
              </a:lnSpc>
              <a:buClr>
                <a:schemeClr val="bg1"/>
              </a:buClr>
              <a:buSzTx/>
              <a:buFont typeface="Wingdings 3" panose="05040102010807070707" pitchFamily="18" charset="2"/>
              <a:buChar char="u"/>
            </a:pPr>
            <a:r>
              <a:rPr lang="en-US" altLang="en-US">
                <a:solidFill>
                  <a:srgbClr val="C0C0C0"/>
                </a:solidFill>
              </a:rPr>
              <a:t> Chicken</a:t>
            </a:r>
          </a:p>
          <a:p>
            <a:pPr>
              <a:lnSpc>
                <a:spcPct val="160000"/>
              </a:lnSpc>
              <a:buClr>
                <a:schemeClr val="bg1"/>
              </a:buClr>
              <a:buSzTx/>
              <a:buFont typeface="Wingdings 3" panose="05040102010807070707" pitchFamily="18" charset="2"/>
              <a:buChar char="u"/>
            </a:pPr>
            <a:r>
              <a:rPr lang="en-US" altLang="en-US">
                <a:solidFill>
                  <a:srgbClr val="C0C0C0"/>
                </a:solidFill>
              </a:rPr>
              <a:t> Chicken chicken chicken</a:t>
            </a:r>
          </a:p>
        </p:txBody>
      </p:sp>
    </p:spTree>
    <p:extLst>
      <p:ext uri="{BB962C8B-B14F-4D97-AF65-F5344CB8AC3E}">
        <p14:creationId xmlns:p14="http://schemas.microsoft.com/office/powerpoint/2010/main" val="28938722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3E23739D-BDB5-4515-953D-B57715280086}"/>
              </a:ext>
            </a:extLst>
          </p:cNvPr>
          <p:cNvSpPr>
            <a:spLocks noGrp="1" noChangeArrowheads="1"/>
          </p:cNvSpPr>
          <p:nvPr>
            <p:ph type="title"/>
          </p:nvPr>
        </p:nvSpPr>
        <p:spPr/>
        <p:txBody>
          <a:bodyPr/>
          <a:lstStyle/>
          <a:p>
            <a:r>
              <a:rPr lang="en-US" altLang="en-US"/>
              <a:t>Chicken chicken</a:t>
            </a:r>
          </a:p>
        </p:txBody>
      </p:sp>
      <p:sp>
        <p:nvSpPr>
          <p:cNvPr id="109571" name="Rectangle 3">
            <a:extLst>
              <a:ext uri="{FF2B5EF4-FFF2-40B4-BE49-F238E27FC236}">
                <a16:creationId xmlns:a16="http://schemas.microsoft.com/office/drawing/2014/main" id="{08658B74-AD9E-4559-87D6-2F9E0990E9E7}"/>
              </a:ext>
            </a:extLst>
          </p:cNvPr>
          <p:cNvSpPr>
            <a:spLocks noGrp="1" noChangeArrowheads="1"/>
          </p:cNvSpPr>
          <p:nvPr>
            <p:ph type="body" idx="1"/>
          </p:nvPr>
        </p:nvSpPr>
        <p:spPr/>
        <p:txBody>
          <a:bodyPr/>
          <a:lstStyle/>
          <a:p>
            <a:r>
              <a:rPr lang="en-US" altLang="en-US"/>
              <a:t>Chicken chicken/chickens</a:t>
            </a:r>
          </a:p>
          <a:p>
            <a:pPr lvl="1"/>
            <a:r>
              <a:rPr lang="en-US" altLang="en-US"/>
              <a:t>Chicken-chicken [Ch ’95]</a:t>
            </a:r>
          </a:p>
          <a:p>
            <a:pPr lvl="1"/>
            <a:r>
              <a:rPr lang="en-US" altLang="en-US"/>
              <a:t>“Chickens” chickens [C&amp;C ’97a]</a:t>
            </a:r>
          </a:p>
          <a:p>
            <a:pPr lvl="1"/>
            <a:r>
              <a:rPr lang="en-US" altLang="en-US"/>
              <a:t>Chickens chickens chickens chickens [Ch ’00]</a:t>
            </a:r>
          </a:p>
          <a:p>
            <a:pPr lvl="1"/>
            <a:endParaRPr lang="en-US" altLang="en-US"/>
          </a:p>
          <a:p>
            <a:r>
              <a:rPr lang="en-US" altLang="en-US"/>
              <a:t>Chickens chickens chickens</a:t>
            </a:r>
          </a:p>
          <a:p>
            <a:pPr lvl="1"/>
            <a:r>
              <a:rPr lang="en-US" altLang="en-US"/>
              <a:t>Chickens/chickens [Ch ’01]</a:t>
            </a:r>
          </a:p>
          <a:p>
            <a:pPr lvl="1"/>
            <a:r>
              <a:rPr lang="en-US" altLang="en-US"/>
              <a:t>Chicken [C. Ch ’97b]</a:t>
            </a:r>
          </a:p>
          <a:p>
            <a:pPr lvl="1"/>
            <a:endParaRPr lang="en-US" altLang="en-US"/>
          </a:p>
        </p:txBody>
      </p:sp>
    </p:spTree>
    <p:extLst>
      <p:ext uri="{BB962C8B-B14F-4D97-AF65-F5344CB8AC3E}">
        <p14:creationId xmlns:p14="http://schemas.microsoft.com/office/powerpoint/2010/main" val="28014597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43C4E7A8-CD24-45B0-BA7D-3165814BD640}"/>
              </a:ext>
            </a:extLst>
          </p:cNvPr>
          <p:cNvSpPr>
            <a:spLocks noGrp="1" noChangeArrowheads="1"/>
          </p:cNvSpPr>
          <p:nvPr>
            <p:ph type="title"/>
          </p:nvPr>
        </p:nvSpPr>
        <p:spPr/>
        <p:txBody>
          <a:bodyPr/>
          <a:lstStyle/>
          <a:p>
            <a:r>
              <a:rPr lang="en-US" altLang="en-US"/>
              <a:t>Chicken</a:t>
            </a:r>
          </a:p>
        </p:txBody>
      </p:sp>
      <p:sp>
        <p:nvSpPr>
          <p:cNvPr id="107523" name="Rectangle 3">
            <a:extLst>
              <a:ext uri="{FF2B5EF4-FFF2-40B4-BE49-F238E27FC236}">
                <a16:creationId xmlns:a16="http://schemas.microsoft.com/office/drawing/2014/main" id="{028098FC-9A0B-4806-9E20-E9DC6E13BC78}"/>
              </a:ext>
            </a:extLst>
          </p:cNvPr>
          <p:cNvSpPr>
            <a:spLocks noGrp="1" noChangeArrowheads="1"/>
          </p:cNvSpPr>
          <p:nvPr>
            <p:ph type="body" idx="1"/>
          </p:nvPr>
        </p:nvSpPr>
        <p:spPr/>
        <p:txBody>
          <a:bodyPr/>
          <a:lstStyle/>
          <a:p>
            <a:pPr>
              <a:lnSpc>
                <a:spcPct val="160000"/>
              </a:lnSpc>
              <a:buClr>
                <a:schemeClr val="bg1"/>
              </a:buClr>
              <a:buSzTx/>
              <a:buFont typeface="Wingdings 3" panose="05040102010807070707" pitchFamily="18" charset="2"/>
              <a:buChar char="u"/>
            </a:pPr>
            <a:r>
              <a:rPr lang="en-US" altLang="en-US" b="1"/>
              <a:t> </a:t>
            </a:r>
            <a:r>
              <a:rPr lang="en-US" altLang="en-US">
                <a:solidFill>
                  <a:srgbClr val="C0C0C0"/>
                </a:solidFill>
              </a:rPr>
              <a:t>Chicken</a:t>
            </a:r>
          </a:p>
          <a:p>
            <a:pPr>
              <a:lnSpc>
                <a:spcPct val="160000"/>
              </a:lnSpc>
              <a:buClr>
                <a:schemeClr val="bg1"/>
              </a:buClr>
              <a:buSzTx/>
              <a:buFont typeface="Wingdings 3" panose="05040102010807070707" pitchFamily="18" charset="2"/>
              <a:buChar char="u"/>
            </a:pPr>
            <a:r>
              <a:rPr lang="en-US" altLang="en-US">
                <a:solidFill>
                  <a:srgbClr val="C0C0C0"/>
                </a:solidFill>
              </a:rPr>
              <a:t> Chicken chicken</a:t>
            </a:r>
          </a:p>
          <a:p>
            <a:pPr>
              <a:lnSpc>
                <a:spcPct val="160000"/>
              </a:lnSpc>
              <a:buSzTx/>
              <a:buFont typeface="Wingdings 3" panose="05040102010807070707" pitchFamily="18" charset="2"/>
              <a:buChar char="u"/>
            </a:pPr>
            <a:r>
              <a:rPr lang="en-US" altLang="en-US">
                <a:solidFill>
                  <a:srgbClr val="C0C0C0"/>
                </a:solidFill>
              </a:rPr>
              <a:t> </a:t>
            </a:r>
            <a:r>
              <a:rPr lang="en-US" altLang="en-US" b="1"/>
              <a:t>Chicken</a:t>
            </a:r>
          </a:p>
          <a:p>
            <a:pPr>
              <a:lnSpc>
                <a:spcPct val="160000"/>
              </a:lnSpc>
              <a:buClr>
                <a:schemeClr val="bg1"/>
              </a:buClr>
              <a:buSzTx/>
              <a:buFont typeface="Wingdings 3" panose="05040102010807070707" pitchFamily="18" charset="2"/>
              <a:buChar char="u"/>
            </a:pPr>
            <a:r>
              <a:rPr lang="en-US" altLang="en-US">
                <a:solidFill>
                  <a:srgbClr val="C0C0C0"/>
                </a:solidFill>
              </a:rPr>
              <a:t> Chicken chicken chicken</a:t>
            </a:r>
          </a:p>
        </p:txBody>
      </p:sp>
    </p:spTree>
    <p:extLst>
      <p:ext uri="{BB962C8B-B14F-4D97-AF65-F5344CB8AC3E}">
        <p14:creationId xmlns:p14="http://schemas.microsoft.com/office/powerpoint/2010/main" val="40690680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E:\chicken\scatter1.png">
            <a:extLst>
              <a:ext uri="{FF2B5EF4-FFF2-40B4-BE49-F238E27FC236}">
                <a16:creationId xmlns:a16="http://schemas.microsoft.com/office/drawing/2014/main" id="{DB0221C7-0AEF-4DA2-AF2F-B9C6642ED0D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36876" y="684214"/>
            <a:ext cx="7350125" cy="548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4102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E:\chicken\scatter2.png">
            <a:extLst>
              <a:ext uri="{FF2B5EF4-FFF2-40B4-BE49-F238E27FC236}">
                <a16:creationId xmlns:a16="http://schemas.microsoft.com/office/drawing/2014/main" id="{1BD231A5-327A-4301-B98D-D057772FFE73}"/>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0051" y="681039"/>
            <a:ext cx="7350125" cy="548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573774"/>
      </p:ext>
    </p:extLst>
  </p:cSld>
  <p:clrMapOvr>
    <a:masterClrMapping/>
  </p:clrMapOvr>
  <p:transition>
    <p:dissolv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E:\chicken\scatter3.png">
            <a:extLst>
              <a:ext uri="{FF2B5EF4-FFF2-40B4-BE49-F238E27FC236}">
                <a16:creationId xmlns:a16="http://schemas.microsoft.com/office/drawing/2014/main" id="{EF4641F0-18EE-402E-AA5A-9D2D8A79743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0051" y="681039"/>
            <a:ext cx="7350125" cy="548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969348"/>
      </p:ext>
    </p:extLst>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E:\chicken\block1.png">
            <a:extLst>
              <a:ext uri="{FF2B5EF4-FFF2-40B4-BE49-F238E27FC236}">
                <a16:creationId xmlns:a16="http://schemas.microsoft.com/office/drawing/2014/main" id="{016C0FDD-21FF-4B2F-ABC9-5016D5FC66A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7664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E:\chicken\block2.png">
            <a:extLst>
              <a:ext uri="{FF2B5EF4-FFF2-40B4-BE49-F238E27FC236}">
                <a16:creationId xmlns:a16="http://schemas.microsoft.com/office/drawing/2014/main" id="{C32A9298-4F32-4517-B35F-C738AC9323E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0297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descr="E:\chicken\block3.png">
            <a:extLst>
              <a:ext uri="{FF2B5EF4-FFF2-40B4-BE49-F238E27FC236}">
                <a16:creationId xmlns:a16="http://schemas.microsoft.com/office/drawing/2014/main" id="{31AC141C-1DD6-430B-AE08-040E5177A233}"/>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4562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E:\chicken\block4.png">
            <a:extLst>
              <a:ext uri="{FF2B5EF4-FFF2-40B4-BE49-F238E27FC236}">
                <a16:creationId xmlns:a16="http://schemas.microsoft.com/office/drawing/2014/main" id="{3B012B41-CCF1-4DA0-BC6F-62E1136562E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0478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descr="E:\chicken\block5.png">
            <a:extLst>
              <a:ext uri="{FF2B5EF4-FFF2-40B4-BE49-F238E27FC236}">
                <a16:creationId xmlns:a16="http://schemas.microsoft.com/office/drawing/2014/main" id="{EA6835FD-36F3-4D02-A1C6-91F630F7C60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4468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E:\chicken\block6.png">
            <a:extLst>
              <a:ext uri="{FF2B5EF4-FFF2-40B4-BE49-F238E27FC236}">
                <a16:creationId xmlns:a16="http://schemas.microsoft.com/office/drawing/2014/main" id="{43F057EE-E9CB-4F5E-8464-B2DE6BDC67C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5058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E:\chicken\block7.png">
            <a:extLst>
              <a:ext uri="{FF2B5EF4-FFF2-40B4-BE49-F238E27FC236}">
                <a16:creationId xmlns:a16="http://schemas.microsoft.com/office/drawing/2014/main" id="{FBD01DF0-2452-48B8-933F-2FEDDA5A2CE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8221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descr="E:\chicken\block8.png">
            <a:extLst>
              <a:ext uri="{FF2B5EF4-FFF2-40B4-BE49-F238E27FC236}">
                <a16:creationId xmlns:a16="http://schemas.microsoft.com/office/drawing/2014/main" id="{3EE2879A-519F-463B-90FF-32F309C5F60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36964" y="230189"/>
            <a:ext cx="4918075" cy="639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6593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B0A2B42F-7054-406C-A02B-AA6F89CFA32D}"/>
              </a:ext>
            </a:extLst>
          </p:cNvPr>
          <p:cNvSpPr>
            <a:spLocks noGrp="1" noChangeArrowheads="1"/>
          </p:cNvSpPr>
          <p:nvPr>
            <p:ph type="title"/>
          </p:nvPr>
        </p:nvSpPr>
        <p:spPr/>
        <p:txBody>
          <a:bodyPr/>
          <a:lstStyle/>
          <a:p>
            <a:r>
              <a:rPr lang="en-US" altLang="en-US"/>
              <a:t>Chicken</a:t>
            </a:r>
          </a:p>
        </p:txBody>
      </p:sp>
      <p:sp>
        <p:nvSpPr>
          <p:cNvPr id="108547" name="Rectangle 3">
            <a:extLst>
              <a:ext uri="{FF2B5EF4-FFF2-40B4-BE49-F238E27FC236}">
                <a16:creationId xmlns:a16="http://schemas.microsoft.com/office/drawing/2014/main" id="{977B43B1-02F1-465B-AD99-51D43FCD8D0A}"/>
              </a:ext>
            </a:extLst>
          </p:cNvPr>
          <p:cNvSpPr>
            <a:spLocks noGrp="1" noChangeArrowheads="1"/>
          </p:cNvSpPr>
          <p:nvPr>
            <p:ph type="body" idx="1"/>
          </p:nvPr>
        </p:nvSpPr>
        <p:spPr/>
        <p:txBody>
          <a:bodyPr/>
          <a:lstStyle/>
          <a:p>
            <a:pPr>
              <a:lnSpc>
                <a:spcPct val="160000"/>
              </a:lnSpc>
              <a:buClr>
                <a:schemeClr val="bg1"/>
              </a:buClr>
              <a:buSzTx/>
              <a:buFont typeface="Wingdings 3" panose="05040102010807070707" pitchFamily="18" charset="2"/>
              <a:buChar char="u"/>
            </a:pPr>
            <a:r>
              <a:rPr lang="en-US" altLang="en-US" b="1"/>
              <a:t> </a:t>
            </a:r>
            <a:r>
              <a:rPr lang="en-US" altLang="en-US">
                <a:solidFill>
                  <a:srgbClr val="C0C0C0"/>
                </a:solidFill>
              </a:rPr>
              <a:t>Chicken</a:t>
            </a:r>
          </a:p>
          <a:p>
            <a:pPr>
              <a:lnSpc>
                <a:spcPct val="160000"/>
              </a:lnSpc>
              <a:buClr>
                <a:schemeClr val="bg1"/>
              </a:buClr>
              <a:buSzTx/>
              <a:buFont typeface="Wingdings 3" panose="05040102010807070707" pitchFamily="18" charset="2"/>
              <a:buChar char="u"/>
            </a:pPr>
            <a:r>
              <a:rPr lang="en-US" altLang="en-US">
                <a:solidFill>
                  <a:srgbClr val="C0C0C0"/>
                </a:solidFill>
              </a:rPr>
              <a:t> Chicken chicken</a:t>
            </a:r>
          </a:p>
          <a:p>
            <a:pPr>
              <a:lnSpc>
                <a:spcPct val="160000"/>
              </a:lnSpc>
              <a:buClr>
                <a:schemeClr val="bg1"/>
              </a:buClr>
              <a:buSzTx/>
              <a:buFont typeface="Wingdings 3" panose="05040102010807070707" pitchFamily="18" charset="2"/>
              <a:buChar char="u"/>
            </a:pPr>
            <a:r>
              <a:rPr lang="en-US" altLang="en-US">
                <a:solidFill>
                  <a:srgbClr val="C0C0C0"/>
                </a:solidFill>
              </a:rPr>
              <a:t> Chicken</a:t>
            </a:r>
          </a:p>
          <a:p>
            <a:pPr>
              <a:lnSpc>
                <a:spcPct val="160000"/>
              </a:lnSpc>
              <a:buSzTx/>
              <a:buFont typeface="Wingdings 3" panose="05040102010807070707" pitchFamily="18" charset="2"/>
              <a:buChar char="u"/>
            </a:pPr>
            <a:r>
              <a:rPr lang="en-US" altLang="en-US">
                <a:solidFill>
                  <a:srgbClr val="C0C0C0"/>
                </a:solidFill>
              </a:rPr>
              <a:t> </a:t>
            </a:r>
            <a:r>
              <a:rPr lang="en-US" altLang="en-US" b="1"/>
              <a:t>Chicken chicken chicken</a:t>
            </a:r>
          </a:p>
        </p:txBody>
      </p:sp>
    </p:spTree>
    <p:extLst>
      <p:ext uri="{BB962C8B-B14F-4D97-AF65-F5344CB8AC3E}">
        <p14:creationId xmlns:p14="http://schemas.microsoft.com/office/powerpoint/2010/main" val="2636987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9" name="Picture 3" descr="E:\chicken\speed1.png">
            <a:extLst>
              <a:ext uri="{FF2B5EF4-FFF2-40B4-BE49-F238E27FC236}">
                <a16:creationId xmlns:a16="http://schemas.microsoft.com/office/drawing/2014/main" id="{2339C44D-C240-4976-9C52-4B409F2AB10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97026" y="136526"/>
            <a:ext cx="8647113" cy="66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2972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E:\chicken\speed2.png">
            <a:extLst>
              <a:ext uri="{FF2B5EF4-FFF2-40B4-BE49-F238E27FC236}">
                <a16:creationId xmlns:a16="http://schemas.microsoft.com/office/drawing/2014/main" id="{3439EC25-16C3-4EDE-BDC1-ED4E749F804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97026" y="136526"/>
            <a:ext cx="8647113" cy="66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420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E:\chicken\speed3.png">
            <a:extLst>
              <a:ext uri="{FF2B5EF4-FFF2-40B4-BE49-F238E27FC236}">
                <a16:creationId xmlns:a16="http://schemas.microsoft.com/office/drawing/2014/main" id="{155BA5EB-A1BA-44AA-97BB-02ABEC0E863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97026" y="136526"/>
            <a:ext cx="8647113" cy="66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706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E:\chicken\speed4.png">
            <a:extLst>
              <a:ext uri="{FF2B5EF4-FFF2-40B4-BE49-F238E27FC236}">
                <a16:creationId xmlns:a16="http://schemas.microsoft.com/office/drawing/2014/main" id="{B533782C-18B6-44FC-BEE6-3D6E97A7B82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97026" y="136526"/>
            <a:ext cx="8647113" cy="66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3842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descr="E:\chicken\speed5.png">
            <a:extLst>
              <a:ext uri="{FF2B5EF4-FFF2-40B4-BE49-F238E27FC236}">
                <a16:creationId xmlns:a16="http://schemas.microsoft.com/office/drawing/2014/main" id="{B2B199C6-75DE-46C6-8B4A-9A2851770E6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97026" y="136526"/>
            <a:ext cx="8647113" cy="66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0060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descr="E:\chicken\speed6.png">
            <a:extLst>
              <a:ext uri="{FF2B5EF4-FFF2-40B4-BE49-F238E27FC236}">
                <a16:creationId xmlns:a16="http://schemas.microsoft.com/office/drawing/2014/main" id="{0FD3F2E1-2BC1-4786-933F-17CB825B03D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97026" y="136526"/>
            <a:ext cx="8647113" cy="660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3495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05A7CC54-E8DE-4869-A406-F18D38CE5A99}"/>
              </a:ext>
            </a:extLst>
          </p:cNvPr>
          <p:cNvSpPr>
            <a:spLocks noGrp="1" noChangeArrowheads="1"/>
          </p:cNvSpPr>
          <p:nvPr>
            <p:ph type="title"/>
          </p:nvPr>
        </p:nvSpPr>
        <p:spPr/>
        <p:txBody>
          <a:bodyPr/>
          <a:lstStyle/>
          <a:p>
            <a:r>
              <a:rPr lang="en-US" altLang="en-US"/>
              <a:t>Chickens</a:t>
            </a:r>
          </a:p>
        </p:txBody>
      </p:sp>
      <p:sp>
        <p:nvSpPr>
          <p:cNvPr id="122883" name="Rectangle 3">
            <a:extLst>
              <a:ext uri="{FF2B5EF4-FFF2-40B4-BE49-F238E27FC236}">
                <a16:creationId xmlns:a16="http://schemas.microsoft.com/office/drawing/2014/main" id="{D2941A89-216F-422F-A2C4-9CB9E46B67F6}"/>
              </a:ext>
            </a:extLst>
          </p:cNvPr>
          <p:cNvSpPr>
            <a:spLocks noGrp="1" noChangeArrowheads="1"/>
          </p:cNvSpPr>
          <p:nvPr>
            <p:ph type="body" idx="1"/>
          </p:nvPr>
        </p:nvSpPr>
        <p:spPr/>
        <p:txBody>
          <a:bodyPr/>
          <a:lstStyle/>
          <a:p>
            <a:r>
              <a:rPr lang="en-US" altLang="en-US"/>
              <a:t>Chicken chicken:</a:t>
            </a:r>
          </a:p>
          <a:p>
            <a:pPr lvl="1"/>
            <a:r>
              <a:rPr lang="en-US" altLang="en-US"/>
              <a:t>Chickens chickens</a:t>
            </a:r>
          </a:p>
          <a:p>
            <a:pPr lvl="1"/>
            <a:r>
              <a:rPr lang="en-US" altLang="en-US"/>
              <a:t>Chicken</a:t>
            </a:r>
          </a:p>
          <a:p>
            <a:pPr lvl="1"/>
            <a:r>
              <a:rPr lang="en-US" altLang="en-US"/>
              <a:t>Chicken C-1049355</a:t>
            </a:r>
          </a:p>
          <a:p>
            <a:pPr lvl="1"/>
            <a:endParaRPr lang="en-US" altLang="en-US"/>
          </a:p>
          <a:p>
            <a:r>
              <a:rPr lang="en-US" altLang="en-US"/>
              <a:t>Chicken chicken chickens:</a:t>
            </a:r>
          </a:p>
          <a:p>
            <a:pPr lvl="1"/>
            <a:r>
              <a:rPr lang="en-US" altLang="en-US"/>
              <a:t>cccc://chicken.chicken.chk/~chickens/</a:t>
            </a:r>
          </a:p>
        </p:txBody>
      </p:sp>
    </p:spTree>
    <p:extLst>
      <p:ext uri="{BB962C8B-B14F-4D97-AF65-F5344CB8AC3E}">
        <p14:creationId xmlns:p14="http://schemas.microsoft.com/office/powerpoint/2010/main" val="40040701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a:extLst>
              <a:ext uri="{FF2B5EF4-FFF2-40B4-BE49-F238E27FC236}">
                <a16:creationId xmlns:a16="http://schemas.microsoft.com/office/drawing/2014/main" id="{9D537791-ADEC-4EEC-B057-4321E9C67C19}"/>
              </a:ext>
            </a:extLst>
          </p:cNvPr>
          <p:cNvSpPr txBox="1">
            <a:spLocks noChangeArrowheads="1"/>
          </p:cNvSpPr>
          <p:nvPr/>
        </p:nvSpPr>
        <p:spPr bwMode="auto">
          <a:xfrm>
            <a:off x="3543300" y="1"/>
            <a:ext cx="51054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500" b="1" i="0" u="none" strike="noStrike" kern="1200" cap="none" spc="0" normalizeH="0" baseline="0" noProof="0">
                <a:ln>
                  <a:noFill/>
                </a:ln>
                <a:solidFill>
                  <a:srgbClr val="FFFFFF"/>
                </a:solidFill>
                <a:effectLst/>
                <a:uLnTx/>
                <a:uFillTx/>
                <a:latin typeface="Tahoma" panose="020B0604030504040204" pitchFamily="34" charset="0"/>
                <a:ea typeface="+mn-ea"/>
                <a:cs typeface="+mn-cs"/>
              </a:rPr>
              <a:t>Chicken chicken, chicken chicken.</a:t>
            </a:r>
          </a:p>
        </p:txBody>
      </p:sp>
    </p:spTree>
    <p:extLst>
      <p:ext uri="{BB962C8B-B14F-4D97-AF65-F5344CB8AC3E}">
        <p14:creationId xmlns:p14="http://schemas.microsoft.com/office/powerpoint/2010/main" val="503371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A65A19DC-3F3A-4EE5-9A2B-F9C8B2F7A278}"/>
              </a:ext>
            </a:extLst>
          </p:cNvPr>
          <p:cNvSpPr>
            <a:spLocks noGrp="1" noChangeArrowheads="1"/>
          </p:cNvSpPr>
          <p:nvPr>
            <p:ph type="title"/>
          </p:nvPr>
        </p:nvSpPr>
        <p:spPr/>
        <p:txBody>
          <a:bodyPr/>
          <a:lstStyle/>
          <a:p>
            <a:r>
              <a:rPr lang="en-US" altLang="en-US"/>
              <a:t>Chickens chickens chicken</a:t>
            </a:r>
          </a:p>
        </p:txBody>
      </p:sp>
      <p:sp>
        <p:nvSpPr>
          <p:cNvPr id="126979" name="Rectangle 3">
            <a:extLst>
              <a:ext uri="{FF2B5EF4-FFF2-40B4-BE49-F238E27FC236}">
                <a16:creationId xmlns:a16="http://schemas.microsoft.com/office/drawing/2014/main" id="{CE024600-E468-47F7-8B30-9777E1637A3D}"/>
              </a:ext>
            </a:extLst>
          </p:cNvPr>
          <p:cNvSpPr>
            <a:spLocks noGrp="1" noChangeArrowheads="1"/>
          </p:cNvSpPr>
          <p:nvPr>
            <p:ph type="body" idx="1"/>
          </p:nvPr>
        </p:nvSpPr>
        <p:spPr/>
        <p:txBody>
          <a:bodyPr/>
          <a:lstStyle/>
          <a:p>
            <a:r>
              <a:rPr lang="en-US" altLang="en-US"/>
              <a:t>Chickens chicken:</a:t>
            </a:r>
          </a:p>
        </p:txBody>
      </p:sp>
      <p:pic>
        <p:nvPicPr>
          <p:cNvPr id="126980" name="Picture 4" descr="E:\chicken\eq3.png">
            <a:extLst>
              <a:ext uri="{FF2B5EF4-FFF2-40B4-BE49-F238E27FC236}">
                <a16:creationId xmlns:a16="http://schemas.microsoft.com/office/drawing/2014/main" id="{D2B49F2D-63C1-4A9E-9E68-ACDFF410D35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038601" y="5867400"/>
            <a:ext cx="4113213" cy="541338"/>
          </a:xfrm>
          <a:prstGeom prst="rect">
            <a:avLst/>
          </a:prstGeom>
          <a:noFill/>
          <a:extLst>
            <a:ext uri="{909E8E84-426E-40DD-AFC4-6F175D3DCCD1}">
              <a14:hiddenFill xmlns:a14="http://schemas.microsoft.com/office/drawing/2010/main">
                <a:solidFill>
                  <a:srgbClr val="FFFFFF"/>
                </a:solidFill>
              </a14:hiddenFill>
            </a:ext>
          </a:extLst>
        </p:spPr>
      </p:pic>
      <p:pic>
        <p:nvPicPr>
          <p:cNvPr id="126981" name="Picture 5" descr="E:\chicken\eq2.png">
            <a:extLst>
              <a:ext uri="{FF2B5EF4-FFF2-40B4-BE49-F238E27FC236}">
                <a16:creationId xmlns:a16="http://schemas.microsoft.com/office/drawing/2014/main" id="{4400BBE6-7AC1-47B3-B390-5668030423D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308351" y="2643189"/>
            <a:ext cx="5573713" cy="1131887"/>
          </a:xfrm>
          <a:prstGeom prst="rect">
            <a:avLst/>
          </a:prstGeom>
          <a:noFill/>
          <a:extLst>
            <a:ext uri="{909E8E84-426E-40DD-AFC4-6F175D3DCCD1}">
              <a14:hiddenFill xmlns:a14="http://schemas.microsoft.com/office/drawing/2010/main">
                <a:solidFill>
                  <a:srgbClr val="FFFFFF"/>
                </a:solidFill>
              </a14:hiddenFill>
            </a:ext>
          </a:extLst>
        </p:spPr>
      </p:pic>
      <p:pic>
        <p:nvPicPr>
          <p:cNvPr id="126982" name="Picture 6" descr="E:\chicken\eq1.png">
            <a:extLst>
              <a:ext uri="{FF2B5EF4-FFF2-40B4-BE49-F238E27FC236}">
                <a16:creationId xmlns:a16="http://schemas.microsoft.com/office/drawing/2014/main" id="{0B6B0E2E-51C6-43F4-B25E-849257EEF4C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027364" y="4810126"/>
            <a:ext cx="6135687" cy="904875"/>
          </a:xfrm>
          <a:prstGeom prst="rect">
            <a:avLst/>
          </a:prstGeom>
          <a:noFill/>
          <a:extLst>
            <a:ext uri="{909E8E84-426E-40DD-AFC4-6F175D3DCCD1}">
              <a14:hiddenFill xmlns:a14="http://schemas.microsoft.com/office/drawing/2010/main">
                <a:solidFill>
                  <a:srgbClr val="FFFFFF"/>
                </a:solidFill>
              </a14:hiddenFill>
            </a:ext>
          </a:extLst>
        </p:spPr>
      </p:pic>
      <p:sp>
        <p:nvSpPr>
          <p:cNvPr id="126983" name="Text Box 7">
            <a:extLst>
              <a:ext uri="{FF2B5EF4-FFF2-40B4-BE49-F238E27FC236}">
                <a16:creationId xmlns:a16="http://schemas.microsoft.com/office/drawing/2014/main" id="{893A9708-BB46-4FD3-A590-B8BAF80CE384}"/>
              </a:ext>
            </a:extLst>
          </p:cNvPr>
          <p:cNvSpPr txBox="1">
            <a:spLocks noChangeArrowheads="1"/>
          </p:cNvSpPr>
          <p:nvPr/>
        </p:nvSpPr>
        <p:spPr bwMode="auto">
          <a:xfrm>
            <a:off x="3505200" y="40386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chicken:</a:t>
            </a:r>
          </a:p>
        </p:txBody>
      </p:sp>
    </p:spTree>
    <p:extLst>
      <p:ext uri="{BB962C8B-B14F-4D97-AF65-F5344CB8AC3E}">
        <p14:creationId xmlns:p14="http://schemas.microsoft.com/office/powerpoint/2010/main" val="20361116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1F69-9EFE-4AF9-81F8-1583B86ED968}"/>
              </a:ext>
            </a:extLst>
          </p:cNvPr>
          <p:cNvSpPr>
            <a:spLocks noGrp="1"/>
          </p:cNvSpPr>
          <p:nvPr>
            <p:ph type="title"/>
          </p:nvPr>
        </p:nvSpPr>
        <p:spPr/>
        <p:txBody>
          <a:bodyPr>
            <a:normAutofit fontScale="90000"/>
          </a:bodyPr>
          <a:lstStyle/>
          <a:p>
            <a:r>
              <a:rPr lang="en-US" dirty="0"/>
              <a:t>Read the paper at </a:t>
            </a:r>
            <a:r>
              <a:rPr lang="en-US" dirty="0">
                <a:hlinkClick r:id="rId2"/>
              </a:rPr>
              <a:t>https://isotropic.org/papers/chicken.pdf</a:t>
            </a:r>
            <a:r>
              <a:rPr lang="en-US" dirty="0"/>
              <a:t> </a:t>
            </a:r>
          </a:p>
        </p:txBody>
      </p:sp>
      <p:sp>
        <p:nvSpPr>
          <p:cNvPr id="3" name="Content Placeholder 2">
            <a:extLst>
              <a:ext uri="{FF2B5EF4-FFF2-40B4-BE49-F238E27FC236}">
                <a16:creationId xmlns:a16="http://schemas.microsoft.com/office/drawing/2014/main" id="{1E23D3FE-4742-425F-B22E-2DA4DE0ADD87}"/>
              </a:ext>
            </a:extLst>
          </p:cNvPr>
          <p:cNvSpPr>
            <a:spLocks noGrp="1"/>
          </p:cNvSpPr>
          <p:nvPr>
            <p:ph idx="1"/>
          </p:nvPr>
        </p:nvSpPr>
        <p:spPr/>
        <p:txBody>
          <a:bodyPr/>
          <a:lstStyle/>
          <a:p>
            <a:r>
              <a:rPr lang="en-US" dirty="0"/>
              <a:t>Find the recording at </a:t>
            </a:r>
            <a:r>
              <a:rPr lang="en-US" dirty="0">
                <a:hlinkClick r:id="rId3"/>
              </a:rPr>
              <a:t>https://www.youtube.com/watch?v=yL_-1d9OSdk</a:t>
            </a:r>
            <a:r>
              <a:rPr lang="en-US" dirty="0"/>
              <a:t> </a:t>
            </a:r>
          </a:p>
          <a:p>
            <a:endParaRPr lang="en-US" dirty="0"/>
          </a:p>
          <a:p>
            <a:r>
              <a:rPr lang="en-US" dirty="0"/>
              <a:t>Find the full story at </a:t>
            </a:r>
          </a:p>
          <a:p>
            <a:pPr marL="0" indent="0">
              <a:buNone/>
            </a:pPr>
            <a:r>
              <a:rPr lang="en-US" dirty="0">
                <a:hlinkClick r:id="rId4"/>
              </a:rPr>
              <a:t>https://news.cs.washington.edu/2013/08/14/chicken-chicken-chicken-chicken-chicken/</a:t>
            </a:r>
            <a:r>
              <a:rPr lang="en-US" dirty="0"/>
              <a:t> </a:t>
            </a:r>
          </a:p>
        </p:txBody>
      </p:sp>
    </p:spTree>
    <p:extLst>
      <p:ext uri="{BB962C8B-B14F-4D97-AF65-F5344CB8AC3E}">
        <p14:creationId xmlns:p14="http://schemas.microsoft.com/office/powerpoint/2010/main" val="19935218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24930" name="Text Box 2">
            <a:extLst>
              <a:ext uri="{FF2B5EF4-FFF2-40B4-BE49-F238E27FC236}">
                <a16:creationId xmlns:a16="http://schemas.microsoft.com/office/drawing/2014/main" id="{9D537791-ADEC-4EEC-B057-4321E9C67C19}"/>
              </a:ext>
            </a:extLst>
          </p:cNvPr>
          <p:cNvSpPr txBox="1">
            <a:spLocks noChangeArrowheads="1"/>
          </p:cNvSpPr>
          <p:nvPr/>
        </p:nvSpPr>
        <p:spPr bwMode="auto">
          <a:xfrm>
            <a:off x="3543300" y="1"/>
            <a:ext cx="51054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500" b="1" i="0" u="none" strike="noStrike" kern="1200" cap="none" spc="0" normalizeH="0" baseline="0" noProof="0">
                <a:ln>
                  <a:noFill/>
                </a:ln>
                <a:solidFill>
                  <a:srgbClr val="FFFFFF"/>
                </a:solidFill>
                <a:effectLst/>
                <a:uLnTx/>
                <a:uFillTx/>
                <a:latin typeface="Tahoma" panose="020B0604030504040204" pitchFamily="34" charset="0"/>
                <a:ea typeface="+mn-ea"/>
                <a:cs typeface="+mn-cs"/>
              </a:rPr>
              <a:t>Chicken chicken, chicken chicken.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A65A19DC-3F3A-4EE5-9A2B-F9C8B2F7A278}"/>
              </a:ext>
            </a:extLst>
          </p:cNvPr>
          <p:cNvSpPr>
            <a:spLocks noGrp="1" noChangeArrowheads="1"/>
          </p:cNvSpPr>
          <p:nvPr>
            <p:ph type="title"/>
          </p:nvPr>
        </p:nvSpPr>
        <p:spPr/>
        <p:txBody>
          <a:bodyPr/>
          <a:lstStyle/>
          <a:p>
            <a:r>
              <a:rPr lang="en-US" altLang="en-US"/>
              <a:t>Chickens chickens chicken</a:t>
            </a:r>
          </a:p>
        </p:txBody>
      </p:sp>
      <p:sp>
        <p:nvSpPr>
          <p:cNvPr id="126979" name="Rectangle 3">
            <a:extLst>
              <a:ext uri="{FF2B5EF4-FFF2-40B4-BE49-F238E27FC236}">
                <a16:creationId xmlns:a16="http://schemas.microsoft.com/office/drawing/2014/main" id="{CE024600-E468-47F7-8B30-9777E1637A3D}"/>
              </a:ext>
            </a:extLst>
          </p:cNvPr>
          <p:cNvSpPr>
            <a:spLocks noGrp="1" noChangeArrowheads="1"/>
          </p:cNvSpPr>
          <p:nvPr>
            <p:ph type="body" idx="1"/>
          </p:nvPr>
        </p:nvSpPr>
        <p:spPr/>
        <p:txBody>
          <a:bodyPr/>
          <a:lstStyle/>
          <a:p>
            <a:r>
              <a:rPr lang="en-US" altLang="en-US"/>
              <a:t>Chickens chicken:</a:t>
            </a:r>
          </a:p>
        </p:txBody>
      </p:sp>
      <p:pic>
        <p:nvPicPr>
          <p:cNvPr id="126980" name="Picture 4" descr="E:\chicken\eq3.png">
            <a:extLst>
              <a:ext uri="{FF2B5EF4-FFF2-40B4-BE49-F238E27FC236}">
                <a16:creationId xmlns:a16="http://schemas.microsoft.com/office/drawing/2014/main" id="{D2B49F2D-63C1-4A9E-9E68-ACDFF410D35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038601" y="5867400"/>
            <a:ext cx="4113213" cy="541338"/>
          </a:xfrm>
          <a:prstGeom prst="rect">
            <a:avLst/>
          </a:prstGeom>
          <a:noFill/>
          <a:extLst>
            <a:ext uri="{909E8E84-426E-40DD-AFC4-6F175D3DCCD1}">
              <a14:hiddenFill xmlns:a14="http://schemas.microsoft.com/office/drawing/2010/main">
                <a:solidFill>
                  <a:srgbClr val="FFFFFF"/>
                </a:solidFill>
              </a14:hiddenFill>
            </a:ext>
          </a:extLst>
        </p:spPr>
      </p:pic>
      <p:pic>
        <p:nvPicPr>
          <p:cNvPr id="126981" name="Picture 5" descr="E:\chicken\eq2.png">
            <a:extLst>
              <a:ext uri="{FF2B5EF4-FFF2-40B4-BE49-F238E27FC236}">
                <a16:creationId xmlns:a16="http://schemas.microsoft.com/office/drawing/2014/main" id="{4400BBE6-7AC1-47B3-B390-5668030423D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308351" y="2643189"/>
            <a:ext cx="5573713" cy="1131887"/>
          </a:xfrm>
          <a:prstGeom prst="rect">
            <a:avLst/>
          </a:prstGeom>
          <a:noFill/>
          <a:extLst>
            <a:ext uri="{909E8E84-426E-40DD-AFC4-6F175D3DCCD1}">
              <a14:hiddenFill xmlns:a14="http://schemas.microsoft.com/office/drawing/2010/main">
                <a:solidFill>
                  <a:srgbClr val="FFFFFF"/>
                </a:solidFill>
              </a14:hiddenFill>
            </a:ext>
          </a:extLst>
        </p:spPr>
      </p:pic>
      <p:pic>
        <p:nvPicPr>
          <p:cNvPr id="126982" name="Picture 6" descr="E:\chicken\eq1.png">
            <a:extLst>
              <a:ext uri="{FF2B5EF4-FFF2-40B4-BE49-F238E27FC236}">
                <a16:creationId xmlns:a16="http://schemas.microsoft.com/office/drawing/2014/main" id="{0B6B0E2E-51C6-43F4-B25E-849257EEF4C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027364" y="4810126"/>
            <a:ext cx="6135687" cy="904875"/>
          </a:xfrm>
          <a:prstGeom prst="rect">
            <a:avLst/>
          </a:prstGeom>
          <a:noFill/>
          <a:extLst>
            <a:ext uri="{909E8E84-426E-40DD-AFC4-6F175D3DCCD1}">
              <a14:hiddenFill xmlns:a14="http://schemas.microsoft.com/office/drawing/2010/main">
                <a:solidFill>
                  <a:srgbClr val="FFFFFF"/>
                </a:solidFill>
              </a14:hiddenFill>
            </a:ext>
          </a:extLst>
        </p:spPr>
      </p:pic>
      <p:sp>
        <p:nvSpPr>
          <p:cNvPr id="126983" name="Text Box 7">
            <a:extLst>
              <a:ext uri="{FF2B5EF4-FFF2-40B4-BE49-F238E27FC236}">
                <a16:creationId xmlns:a16="http://schemas.microsoft.com/office/drawing/2014/main" id="{893A9708-BB46-4FD3-A590-B8BAF80CE384}"/>
              </a:ext>
            </a:extLst>
          </p:cNvPr>
          <p:cNvSpPr txBox="1">
            <a:spLocks noChangeArrowheads="1"/>
          </p:cNvSpPr>
          <p:nvPr/>
        </p:nvSpPr>
        <p:spPr bwMode="auto">
          <a:xfrm>
            <a:off x="3505200" y="40386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chicken: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0B95E-510B-4F86-8142-476C60D32B4D}"/>
              </a:ext>
            </a:extLst>
          </p:cNvPr>
          <p:cNvSpPr>
            <a:spLocks noGrp="1"/>
          </p:cNvSpPr>
          <p:nvPr>
            <p:ph type="title"/>
          </p:nvPr>
        </p:nvSpPr>
        <p:spPr/>
        <p:txBody>
          <a:bodyPr>
            <a:normAutofit/>
          </a:bodyPr>
          <a:lstStyle/>
          <a:p>
            <a:r>
              <a:rPr lang="en-US" sz="6600" dirty="0"/>
              <a:t>Thank you</a:t>
            </a:r>
          </a:p>
        </p:txBody>
      </p:sp>
      <p:sp>
        <p:nvSpPr>
          <p:cNvPr id="3" name="Content Placeholder 2">
            <a:extLst>
              <a:ext uri="{FF2B5EF4-FFF2-40B4-BE49-F238E27FC236}">
                <a16:creationId xmlns:a16="http://schemas.microsoft.com/office/drawing/2014/main" id="{7FE95099-E635-43E5-9B19-EDF98A5A198A}"/>
              </a:ext>
            </a:extLst>
          </p:cNvPr>
          <p:cNvSpPr>
            <a:spLocks noGrp="1"/>
          </p:cNvSpPr>
          <p:nvPr>
            <p:ph idx="1"/>
          </p:nvPr>
        </p:nvSpPr>
        <p:spPr/>
        <p:txBody>
          <a:bodyPr>
            <a:normAutofit/>
          </a:bodyPr>
          <a:lstStyle/>
          <a:p>
            <a:r>
              <a:rPr lang="en-US" sz="4800" dirty="0"/>
              <a:t>Questions?</a:t>
            </a:r>
          </a:p>
          <a:p>
            <a:pPr marL="0" indent="0">
              <a:buNone/>
            </a:pPr>
            <a:endParaRPr lang="en-US" sz="4800" dirty="0"/>
          </a:p>
          <a:p>
            <a:endParaRPr lang="en-US" sz="4800" dirty="0"/>
          </a:p>
        </p:txBody>
      </p:sp>
    </p:spTree>
    <p:extLst>
      <p:ext uri="{BB962C8B-B14F-4D97-AF65-F5344CB8AC3E}">
        <p14:creationId xmlns:p14="http://schemas.microsoft.com/office/powerpoint/2010/main" val="752518770"/>
      </p:ext>
    </p:extLst>
  </p:cSld>
  <p:clrMapOvr>
    <a:masterClrMapping/>
  </p:clrMapOvr>
</p:sld>
</file>

<file path=ppt/theme/theme1.xml><?xml version="1.0" encoding="utf-8"?>
<a:theme xmlns:a="http://schemas.openxmlformats.org/drawingml/2006/main" name="AmazingStories-powerpoint">
  <a:themeElements>
    <a:clrScheme name="UAA_Brand2">
      <a:dk1>
        <a:srgbClr val="000000"/>
      </a:dk1>
      <a:lt1>
        <a:srgbClr val="FFFFFF"/>
      </a:lt1>
      <a:dk2>
        <a:srgbClr val="00583D"/>
      </a:dk2>
      <a:lt2>
        <a:srgbClr val="CBC7C2"/>
      </a:lt2>
      <a:accent1>
        <a:srgbClr val="2B806C"/>
      </a:accent1>
      <a:accent2>
        <a:srgbClr val="4EA685"/>
      </a:accent2>
      <a:accent3>
        <a:srgbClr val="FFC425"/>
      </a:accent3>
      <a:accent4>
        <a:srgbClr val="FF8300"/>
      </a:accent4>
      <a:accent5>
        <a:srgbClr val="C64727"/>
      </a:accent5>
      <a:accent6>
        <a:srgbClr val="908E86"/>
      </a:accent6>
      <a:hlink>
        <a:srgbClr val="FF8300"/>
      </a:hlink>
      <a:folHlink>
        <a:srgbClr val="908E8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6-9 Branded-PowerPoint_Opt2" id="{CE8E7634-83CB-7E42-A6EA-C3F7B2208C9F}" vid="{5F8457D0-F286-7441-9080-F12C8B274AB5}"/>
    </a:ext>
  </a:ext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8508</TotalTime>
  <Words>1399</Words>
  <Application>Microsoft Office PowerPoint</Application>
  <PresentationFormat>Widescreen</PresentationFormat>
  <Paragraphs>257</Paragraphs>
  <Slides>72</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72</vt:i4>
      </vt:variant>
    </vt:vector>
  </HeadingPairs>
  <TitlesOfParts>
    <vt:vector size="83" baseType="lpstr">
      <vt:lpstr>Arial</vt:lpstr>
      <vt:lpstr>Berlin Sans FB Demi</vt:lpstr>
      <vt:lpstr>Calibri</vt:lpstr>
      <vt:lpstr>Constantia</vt:lpstr>
      <vt:lpstr>DejaVu Sans</vt:lpstr>
      <vt:lpstr>Tahoma</vt:lpstr>
      <vt:lpstr>Times New Roman</vt:lpstr>
      <vt:lpstr>Wingdings</vt:lpstr>
      <vt:lpstr>Wingdings 3</vt:lpstr>
      <vt:lpstr>AmazingStories-powerpoint</vt:lpstr>
      <vt:lpstr>BLENDS</vt:lpstr>
      <vt:lpstr>Pradeeban Kathiravelu, Ph.D. Assistant Professor of Computer Science, Department of Computer Science and Engineering, University of Alaska Anchorage. July 27th – 31st, 2026.  Day 2</vt:lpstr>
      <vt:lpstr>Recap from yesterday</vt:lpstr>
      <vt:lpstr>Python Anywhere</vt:lpstr>
      <vt:lpstr>Python Tutorial</vt:lpstr>
      <vt:lpstr>Six thinking hats Book by Edward de Bono</vt:lpstr>
      <vt:lpstr>6+</vt:lpstr>
      <vt:lpstr>How to make good tech/research presentations?</vt:lpstr>
      <vt:lpstr>Why do people make bad presentations? (1 of 2)</vt:lpstr>
      <vt:lpstr>Why do people make bad presentations? (2 of 2)</vt:lpstr>
      <vt:lpstr>Some Pointers</vt:lpstr>
      <vt:lpstr>How To Present a Paper (book chapter)</vt:lpstr>
      <vt:lpstr>Your Presentations</vt:lpstr>
      <vt:lpstr>What to Present?</vt:lpstr>
      <vt:lpstr>How to Present?</vt:lpstr>
      <vt:lpstr>PowerPoint Presentation</vt:lpstr>
      <vt:lpstr>How to Present? (cont.)</vt:lpstr>
      <vt:lpstr>Slides</vt:lpstr>
      <vt:lpstr>Slides (alternative)</vt:lpstr>
      <vt:lpstr>Slides (alternative)</vt:lpstr>
      <vt:lpstr>Another (Bad) Example</vt:lpstr>
      <vt:lpstr>Pseudocodes</vt:lpstr>
      <vt:lpstr>Slides (cont)</vt:lpstr>
      <vt:lpstr>Figures</vt:lpstr>
      <vt:lpstr>Title Slide</vt:lpstr>
      <vt:lpstr>Agenda</vt:lpstr>
      <vt:lpstr>Introduction</vt:lpstr>
      <vt:lpstr>State of the art</vt:lpstr>
      <vt:lpstr>Motivation</vt:lpstr>
      <vt:lpstr>Solution</vt:lpstr>
      <vt:lpstr>UE2</vt:lpstr>
      <vt:lpstr>UE2</vt:lpstr>
      <vt:lpstr>UE2</vt:lpstr>
      <vt:lpstr>UE2</vt:lpstr>
      <vt:lpstr>UE2</vt:lpstr>
      <vt:lpstr>UE2</vt:lpstr>
      <vt:lpstr>UE2</vt:lpstr>
      <vt:lpstr>UE2</vt:lpstr>
      <vt:lpstr>How about some example bad presentations?</vt:lpstr>
      <vt:lpstr>Chicken Chicken Chicken: Chicken Chicken</vt:lpstr>
      <vt:lpstr>Chicken</vt:lpstr>
      <vt:lpstr>Chicken chicken</vt:lpstr>
      <vt:lpstr>Chicken chicken</vt:lpstr>
      <vt:lpstr>Chicken chicken</vt:lpstr>
      <vt:lpstr>Chicken chicken</vt:lpstr>
      <vt:lpstr>Chicken</vt:lpstr>
      <vt:lpstr>Chicken chicken</vt:lpstr>
      <vt:lpstr>Chicken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Chicken</vt:lpstr>
      <vt:lpstr>PowerPoint Presentation</vt:lpstr>
      <vt:lpstr>PowerPoint Presentation</vt:lpstr>
      <vt:lpstr>PowerPoint Presentation</vt:lpstr>
      <vt:lpstr>PowerPoint Presentation</vt:lpstr>
      <vt:lpstr>PowerPoint Presentation</vt:lpstr>
      <vt:lpstr>PowerPoint Presentation</vt:lpstr>
      <vt:lpstr>Chickens</vt:lpstr>
      <vt:lpstr>PowerPoint Presentation</vt:lpstr>
      <vt:lpstr>Chickens chickens chicken</vt:lpstr>
      <vt:lpstr>Read the paper at https://isotropic.org/papers/chicken.pdf </vt:lpstr>
      <vt:lpstr>PowerPoint Presentation</vt:lpstr>
      <vt:lpstr>Chickens chickens chicken</vt:lpstr>
      <vt:lpstr>Thank you</vt:lpstr>
    </vt:vector>
  </TitlesOfParts>
  <Company>Univeristy of Alaska Anchorage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Tribute to Our Graduates</dc:title>
  <dc:creator>Jennifer Brock</dc:creator>
  <cp:lastModifiedBy>Pradeeban Kathiravelu</cp:lastModifiedBy>
  <cp:revision>214</cp:revision>
  <cp:lastPrinted>2020-11-06T11:19:39Z</cp:lastPrinted>
  <dcterms:created xsi:type="dcterms:W3CDTF">2020-04-17T01:00:15Z</dcterms:created>
  <dcterms:modified xsi:type="dcterms:W3CDTF">2026-07-28T17:26:17Z</dcterms:modified>
</cp:coreProperties>
</file>